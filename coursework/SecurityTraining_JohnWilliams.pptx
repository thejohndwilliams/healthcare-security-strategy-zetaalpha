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notesMasterIdLst>
    <p:notesMasterId r:id="rId10"/>
  </p:notesMasterIdLst>
  <p:sldIdLst>
    <p:sldId id="256" r:id="rId2"/>
    <p:sldId id="258" r:id="rId3"/>
    <p:sldId id="257" r:id="rId4"/>
    <p:sldId id="259" r:id="rId5"/>
    <p:sldId id="274" r:id="rId6"/>
    <p:sldId id="266" r:id="rId7"/>
    <p:sldId id="267" r:id="rId8"/>
    <p:sldId id="27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5182EC9-862F-4506-8E4D-9E57E15B1863}">
          <p14:sldIdLst>
            <p14:sldId id="256"/>
          </p14:sldIdLst>
        </p14:section>
        <p14:section name="Why it Matters @ZetaAlpha" id="{E0F965E8-43ED-4144-8366-0955298A392F}">
          <p14:sldIdLst>
            <p14:sldId id="258"/>
            <p14:sldId id="257"/>
          </p14:sldIdLst>
        </p14:section>
        <p14:section name="Zeta Alpha's Security Policy" id="{EB51F268-84A0-494F-8A4E-6B3C31156F2E}">
          <p14:sldIdLst>
            <p14:sldId id="259"/>
            <p14:sldId id="274"/>
            <p14:sldId id="266"/>
            <p14:sldId id="26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080A83-26F8-4914-9A3E-24FBD80579E0}" v="528" dt="2024-02-19T19:19:45.8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40"/>
    <p:restoredTop sz="84542" autoAdjust="0"/>
  </p:normalViewPr>
  <p:slideViewPr>
    <p:cSldViewPr snapToGrid="0">
      <p:cViewPr varScale="1">
        <p:scale>
          <a:sx n="153" d="100"/>
          <a:sy n="153" d="100"/>
        </p:scale>
        <p:origin x="184"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Williams" userId="d96035812ccefcc8" providerId="LiveId" clId="{47080A83-26F8-4914-9A3E-24FBD80579E0}"/>
    <pc:docChg chg="undo custSel addSld delSld modSld sldOrd addMainMaster delMainMaster addSection delSection modSection">
      <pc:chgData name="John Williams" userId="d96035812ccefcc8" providerId="LiveId" clId="{47080A83-26F8-4914-9A3E-24FBD80579E0}" dt="2024-02-19T19:29:23.287" v="2907" actId="255"/>
      <pc:docMkLst>
        <pc:docMk/>
      </pc:docMkLst>
      <pc:sldChg chg="addSp delSp modSp mod ord setBg modClrScheme addAnim modAnim chgLayout modNotesTx">
        <pc:chgData name="John Williams" userId="d96035812ccefcc8" providerId="LiveId" clId="{47080A83-26F8-4914-9A3E-24FBD80579E0}" dt="2024-02-19T01:22:10.996" v="2609" actId="2711"/>
        <pc:sldMkLst>
          <pc:docMk/>
          <pc:sldMk cId="109857222" sldId="256"/>
        </pc:sldMkLst>
        <pc:spChg chg="mod">
          <ac:chgData name="John Williams" userId="d96035812ccefcc8" providerId="LiveId" clId="{47080A83-26F8-4914-9A3E-24FBD80579E0}" dt="2024-02-18T20:02:00.019" v="112" actId="20577"/>
          <ac:spMkLst>
            <pc:docMk/>
            <pc:sldMk cId="109857222" sldId="256"/>
            <ac:spMk id="2" creationId="{00000000-0000-0000-0000-000000000000}"/>
          </ac:spMkLst>
        </pc:spChg>
        <pc:spChg chg="mod">
          <ac:chgData name="John Williams" userId="d96035812ccefcc8" providerId="LiveId" clId="{47080A83-26F8-4914-9A3E-24FBD80579E0}" dt="2024-02-17T22:34:01.304" v="8" actId="34807"/>
          <ac:spMkLst>
            <pc:docMk/>
            <pc:sldMk cId="109857222" sldId="256"/>
            <ac:spMk id="3" creationId="{00000000-0000-0000-0000-000000000000}"/>
          </ac:spMkLst>
        </pc:spChg>
        <pc:spChg chg="add del">
          <ac:chgData name="John Williams" userId="d96035812ccefcc8" providerId="LiveId" clId="{47080A83-26F8-4914-9A3E-24FBD80579E0}" dt="2024-02-17T22:33:20.755" v="5" actId="26606"/>
          <ac:spMkLst>
            <pc:docMk/>
            <pc:sldMk cId="109857222" sldId="256"/>
            <ac:spMk id="9" creationId="{E91DC736-0EF8-4F87-9146-EBF1D2EE4D3D}"/>
          </ac:spMkLst>
        </pc:spChg>
        <pc:spChg chg="add del">
          <ac:chgData name="John Williams" userId="d96035812ccefcc8" providerId="LiveId" clId="{47080A83-26F8-4914-9A3E-24FBD80579E0}" dt="2024-02-17T22:33:20.755" v="5" actId="26606"/>
          <ac:spMkLst>
            <pc:docMk/>
            <pc:sldMk cId="109857222" sldId="256"/>
            <ac:spMk id="11" creationId="{097CD68E-23E3-4007-8847-CD0944C4F7BE}"/>
          </ac:spMkLst>
        </pc:spChg>
        <pc:spChg chg="add del">
          <ac:chgData name="John Williams" userId="d96035812ccefcc8" providerId="LiveId" clId="{47080A83-26F8-4914-9A3E-24FBD80579E0}" dt="2024-02-17T22:33:20.755" v="5" actId="26606"/>
          <ac:spMkLst>
            <pc:docMk/>
            <pc:sldMk cId="109857222" sldId="256"/>
            <ac:spMk id="13" creationId="{AF2F604E-43BE-4DC3-B983-E071523364F8}"/>
          </ac:spMkLst>
        </pc:spChg>
        <pc:spChg chg="add del">
          <ac:chgData name="John Williams" userId="d96035812ccefcc8" providerId="LiveId" clId="{47080A83-26F8-4914-9A3E-24FBD80579E0}" dt="2024-02-17T22:33:20.755" v="5" actId="26606"/>
          <ac:spMkLst>
            <pc:docMk/>
            <pc:sldMk cId="109857222" sldId="256"/>
            <ac:spMk id="15" creationId="{08C9B587-E65E-4B52-B37C-ABEBB6E87928}"/>
          </ac:spMkLst>
        </pc:spChg>
        <pc:spChg chg="add mod">
          <ac:chgData name="John Williams" userId="d96035812ccefcc8" providerId="LiveId" clId="{47080A83-26F8-4914-9A3E-24FBD80579E0}" dt="2024-02-17T22:34:01.304" v="8" actId="34807"/>
          <ac:spMkLst>
            <pc:docMk/>
            <pc:sldMk cId="109857222" sldId="256"/>
            <ac:spMk id="20" creationId="{489B7BFD-8F45-4093-AD9C-91B15B0503D9}"/>
          </ac:spMkLst>
        </pc:spChg>
        <pc:spChg chg="add mod">
          <ac:chgData name="John Williams" userId="d96035812ccefcc8" providerId="LiveId" clId="{47080A83-26F8-4914-9A3E-24FBD80579E0}" dt="2024-02-17T22:34:01.304" v="8" actId="34807"/>
          <ac:spMkLst>
            <pc:docMk/>
            <pc:sldMk cId="109857222" sldId="256"/>
            <ac:spMk id="22" creationId="{4D4C00DC-4DC6-4CD2-9E31-F17E6CEBC5A6}"/>
          </ac:spMkLst>
        </pc:spChg>
        <pc:spChg chg="add mod">
          <ac:chgData name="John Williams" userId="d96035812ccefcc8" providerId="LiveId" clId="{47080A83-26F8-4914-9A3E-24FBD80579E0}" dt="2024-02-17T22:34:01.304" v="8" actId="34807"/>
          <ac:spMkLst>
            <pc:docMk/>
            <pc:sldMk cId="109857222" sldId="256"/>
            <ac:spMk id="24" creationId="{A499C65A-9B02-4D7F-BD68-CD38D880551F}"/>
          </ac:spMkLst>
        </pc:spChg>
        <pc:grpChg chg="add">
          <ac:chgData name="John Williams" userId="d96035812ccefcc8" providerId="LiveId" clId="{47080A83-26F8-4914-9A3E-24FBD80579E0}" dt="2024-02-17T22:33:20.755" v="5" actId="26606"/>
          <ac:grpSpMkLst>
            <pc:docMk/>
            <pc:sldMk cId="109857222" sldId="256"/>
            <ac:grpSpMk id="26" creationId="{66FB5A75-BDE2-4F12-A95B-C48788A7685C}"/>
          </ac:grpSpMkLst>
        </pc:grpChg>
        <pc:grpChg chg="add">
          <ac:chgData name="John Williams" userId="d96035812ccefcc8" providerId="LiveId" clId="{47080A83-26F8-4914-9A3E-24FBD80579E0}" dt="2024-02-17T22:33:20.755" v="5" actId="26606"/>
          <ac:grpSpMkLst>
            <pc:docMk/>
            <pc:sldMk cId="109857222" sldId="256"/>
            <ac:grpSpMk id="30" creationId="{1F4896D7-5AD0-4505-BCCD-82262CFEE2E1}"/>
          </ac:grpSpMkLst>
        </pc:grpChg>
        <pc:picChg chg="add mod ord">
          <ac:chgData name="John Williams" userId="d96035812ccefcc8" providerId="LiveId" clId="{47080A83-26F8-4914-9A3E-24FBD80579E0}" dt="2024-02-17T22:33:20.755" v="5" actId="26606"/>
          <ac:picMkLst>
            <pc:docMk/>
            <pc:sldMk cId="109857222" sldId="256"/>
            <ac:picMk id="5" creationId="{BE3118B3-A4DA-A149-60A3-D93EB169C073}"/>
          </ac:picMkLst>
        </pc:picChg>
      </pc:sldChg>
      <pc:sldChg chg="addSp delSp modSp add mod ord setBg delAnim modAnim modNotesTx">
        <pc:chgData name="John Williams" userId="d96035812ccefcc8" providerId="LiveId" clId="{47080A83-26F8-4914-9A3E-24FBD80579E0}" dt="2024-02-19T19:14:00.544" v="2723" actId="13926"/>
        <pc:sldMkLst>
          <pc:docMk/>
          <pc:sldMk cId="2026785782" sldId="257"/>
        </pc:sldMkLst>
        <pc:spChg chg="mod">
          <ac:chgData name="John Williams" userId="d96035812ccefcc8" providerId="LiveId" clId="{47080A83-26F8-4914-9A3E-24FBD80579E0}" dt="2024-02-19T19:14:00.544" v="2723" actId="13926"/>
          <ac:spMkLst>
            <pc:docMk/>
            <pc:sldMk cId="2026785782" sldId="257"/>
            <ac:spMk id="2" creationId="{67A4106B-E6B5-4777-3F39-9BB35AB3747A}"/>
          </ac:spMkLst>
        </pc:spChg>
        <pc:spChg chg="mod ord">
          <ac:chgData name="John Williams" userId="d96035812ccefcc8" providerId="LiveId" clId="{47080A83-26F8-4914-9A3E-24FBD80579E0}" dt="2024-02-19T19:13:51.354" v="2722" actId="26606"/>
          <ac:spMkLst>
            <pc:docMk/>
            <pc:sldMk cId="2026785782" sldId="257"/>
            <ac:spMk id="4" creationId="{1F8BC83A-DE7D-B0BF-33EF-1A7DA5B20945}"/>
          </ac:spMkLst>
        </pc:spChg>
        <pc:spChg chg="add del mod">
          <ac:chgData name="John Williams" userId="d96035812ccefcc8" providerId="LiveId" clId="{47080A83-26F8-4914-9A3E-24FBD80579E0}" dt="2024-02-19T19:11:27.528" v="2695" actId="931"/>
          <ac:spMkLst>
            <pc:docMk/>
            <pc:sldMk cId="2026785782" sldId="257"/>
            <ac:spMk id="6" creationId="{99068CF0-F265-2801-E8DE-761C9362CB9E}"/>
          </ac:spMkLst>
        </pc:spChg>
        <pc:spChg chg="add del mod">
          <ac:chgData name="John Williams" userId="d96035812ccefcc8" providerId="LiveId" clId="{47080A83-26F8-4914-9A3E-24FBD80579E0}" dt="2024-02-19T19:11:39.439" v="2697" actId="931"/>
          <ac:spMkLst>
            <pc:docMk/>
            <pc:sldMk cId="2026785782" sldId="257"/>
            <ac:spMk id="10" creationId="{2A74B2F6-9D4F-E474-313F-2702024CB0AE}"/>
          </ac:spMkLst>
        </pc:spChg>
        <pc:spChg chg="add del">
          <ac:chgData name="John Williams" userId="d96035812ccefcc8" providerId="LiveId" clId="{47080A83-26F8-4914-9A3E-24FBD80579E0}" dt="2024-02-18T21:57:42.931" v="2507" actId="34807"/>
          <ac:spMkLst>
            <pc:docMk/>
            <pc:sldMk cId="2026785782" sldId="257"/>
            <ac:spMk id="17" creationId="{104332FF-8349-42A5-B5C8-5EE3825CE252}"/>
          </ac:spMkLst>
        </pc:spChg>
        <pc:spChg chg="add del">
          <ac:chgData name="John Williams" userId="d96035812ccefcc8" providerId="LiveId" clId="{47080A83-26F8-4914-9A3E-24FBD80579E0}" dt="2024-02-18T21:57:42.931" v="2507" actId="34807"/>
          <ac:spMkLst>
            <pc:docMk/>
            <pc:sldMk cId="2026785782" sldId="257"/>
            <ac:spMk id="19" creationId="{5A0118C5-4F8D-4CF4-BADD-53FEACC6C42A}"/>
          </ac:spMkLst>
        </pc:spChg>
        <pc:spChg chg="add del">
          <ac:chgData name="John Williams" userId="d96035812ccefcc8" providerId="LiveId" clId="{47080A83-26F8-4914-9A3E-24FBD80579E0}" dt="2024-02-18T21:57:42.931" v="2507" actId="34807"/>
          <ac:spMkLst>
            <pc:docMk/>
            <pc:sldMk cId="2026785782" sldId="257"/>
            <ac:spMk id="21" creationId="{3C1D1FA3-6212-4B97-9B1E-C7F81247C2B9}"/>
          </ac:spMkLst>
        </pc:spChg>
        <pc:spChg chg="add del">
          <ac:chgData name="John Williams" userId="d96035812ccefcc8" providerId="LiveId" clId="{47080A83-26F8-4914-9A3E-24FBD80579E0}" dt="2024-02-18T21:57:42.931" v="2507" actId="34807"/>
          <ac:spMkLst>
            <pc:docMk/>
            <pc:sldMk cId="2026785782" sldId="257"/>
            <ac:spMk id="23" creationId="{11C51958-04D4-4687-95A2-95DCDCF47464}"/>
          </ac:spMkLst>
        </pc:spChg>
        <pc:spChg chg="add del">
          <ac:chgData name="John Williams" userId="d96035812ccefcc8" providerId="LiveId" clId="{47080A83-26F8-4914-9A3E-24FBD80579E0}" dt="2024-02-18T21:57:42.931" v="2507" actId="34807"/>
          <ac:spMkLst>
            <pc:docMk/>
            <pc:sldMk cId="2026785782" sldId="257"/>
            <ac:spMk id="25" creationId="{79AFCB35-9C04-4524-A0B1-57FF6865D013}"/>
          </ac:spMkLst>
        </pc:spChg>
        <pc:spChg chg="add del">
          <ac:chgData name="John Williams" userId="d96035812ccefcc8" providerId="LiveId" clId="{47080A83-26F8-4914-9A3E-24FBD80579E0}" dt="2024-02-18T21:57:42.931" v="2507" actId="34807"/>
          <ac:spMkLst>
            <pc:docMk/>
            <pc:sldMk cId="2026785782" sldId="257"/>
            <ac:spMk id="27" creationId="{D11AD2AD-0BA0-4DD3-8EEA-84686A0E718C}"/>
          </ac:spMkLst>
        </pc:spChg>
        <pc:spChg chg="add del">
          <ac:chgData name="John Williams" userId="d96035812ccefcc8" providerId="LiveId" clId="{47080A83-26F8-4914-9A3E-24FBD80579E0}" dt="2024-02-19T19:13:51.354" v="2722" actId="26606"/>
          <ac:spMkLst>
            <pc:docMk/>
            <pc:sldMk cId="2026785782" sldId="257"/>
            <ac:spMk id="46" creationId="{104332FF-8349-42A5-B5C8-5EE3825CE252}"/>
          </ac:spMkLst>
        </pc:spChg>
        <pc:spChg chg="add del">
          <ac:chgData name="John Williams" userId="d96035812ccefcc8" providerId="LiveId" clId="{47080A83-26F8-4914-9A3E-24FBD80579E0}" dt="2024-02-19T19:13:51.354" v="2722" actId="26606"/>
          <ac:spMkLst>
            <pc:docMk/>
            <pc:sldMk cId="2026785782" sldId="257"/>
            <ac:spMk id="48" creationId="{5A0118C5-4F8D-4CF4-BADD-53FEACC6C42A}"/>
          </ac:spMkLst>
        </pc:spChg>
        <pc:spChg chg="add">
          <ac:chgData name="John Williams" userId="d96035812ccefcc8" providerId="LiveId" clId="{47080A83-26F8-4914-9A3E-24FBD80579E0}" dt="2024-02-19T19:13:51.354" v="2722" actId="26606"/>
          <ac:spMkLst>
            <pc:docMk/>
            <pc:sldMk cId="2026785782" sldId="257"/>
            <ac:spMk id="82" creationId="{104332FF-8349-42A5-B5C8-5EE3825CE252}"/>
          </ac:spMkLst>
        </pc:spChg>
        <pc:spChg chg="add">
          <ac:chgData name="John Williams" userId="d96035812ccefcc8" providerId="LiveId" clId="{47080A83-26F8-4914-9A3E-24FBD80579E0}" dt="2024-02-19T19:13:51.354" v="2722" actId="26606"/>
          <ac:spMkLst>
            <pc:docMk/>
            <pc:sldMk cId="2026785782" sldId="257"/>
            <ac:spMk id="84" creationId="{5A0118C5-4F8D-4CF4-BADD-53FEACC6C42A}"/>
          </ac:spMkLst>
        </pc:spChg>
        <pc:spChg chg="add">
          <ac:chgData name="John Williams" userId="d96035812ccefcc8" providerId="LiveId" clId="{47080A83-26F8-4914-9A3E-24FBD80579E0}" dt="2024-02-19T19:13:51.354" v="2722" actId="26606"/>
          <ac:spMkLst>
            <pc:docMk/>
            <pc:sldMk cId="2026785782" sldId="257"/>
            <ac:spMk id="90" creationId="{CAEBFCD5-5356-4326-8D39-8235A46CD7B2}"/>
          </ac:spMkLst>
        </pc:spChg>
        <pc:grpChg chg="add del">
          <ac:chgData name="John Williams" userId="d96035812ccefcc8" providerId="LiveId" clId="{47080A83-26F8-4914-9A3E-24FBD80579E0}" dt="2024-02-18T21:57:42.931" v="2507" actId="34807"/>
          <ac:grpSpMkLst>
            <pc:docMk/>
            <pc:sldMk cId="2026785782" sldId="257"/>
            <ac:grpSpMk id="10" creationId="{8997F1B7-1EE7-4EA5-A5A4-866F9A810C9F}"/>
          </ac:grpSpMkLst>
        </pc:grpChg>
        <pc:grpChg chg="add del">
          <ac:chgData name="John Williams" userId="d96035812ccefcc8" providerId="LiveId" clId="{47080A83-26F8-4914-9A3E-24FBD80579E0}" dt="2024-02-18T21:57:42.931" v="2507" actId="34807"/>
          <ac:grpSpMkLst>
            <pc:docMk/>
            <pc:sldMk cId="2026785782" sldId="257"/>
            <ac:grpSpMk id="29" creationId="{0C156BF8-7FF7-440F-BE2B-417DFFE8BFA5}"/>
          </ac:grpSpMkLst>
        </pc:grpChg>
        <pc:grpChg chg="add del">
          <ac:chgData name="John Williams" userId="d96035812ccefcc8" providerId="LiveId" clId="{47080A83-26F8-4914-9A3E-24FBD80579E0}" dt="2024-02-19T19:13:51.354" v="2722" actId="26606"/>
          <ac:grpSpMkLst>
            <pc:docMk/>
            <pc:sldMk cId="2026785782" sldId="257"/>
            <ac:grpSpMk id="39" creationId="{8997F1B7-1EE7-4EA5-A5A4-866F9A810C9F}"/>
          </ac:grpSpMkLst>
        </pc:grpChg>
        <pc:grpChg chg="add del">
          <ac:chgData name="John Williams" userId="d96035812ccefcc8" providerId="LiveId" clId="{47080A83-26F8-4914-9A3E-24FBD80579E0}" dt="2024-02-19T19:13:51.354" v="2722" actId="26606"/>
          <ac:grpSpMkLst>
            <pc:docMk/>
            <pc:sldMk cId="2026785782" sldId="257"/>
            <ac:grpSpMk id="50" creationId="{B894EFA8-F425-4D19-A94B-445388B31E20}"/>
          </ac:grpSpMkLst>
        </pc:grpChg>
        <pc:grpChg chg="add del">
          <ac:chgData name="John Williams" userId="d96035812ccefcc8" providerId="LiveId" clId="{47080A83-26F8-4914-9A3E-24FBD80579E0}" dt="2024-02-19T19:13:51.354" v="2722" actId="26606"/>
          <ac:grpSpMkLst>
            <pc:docMk/>
            <pc:sldMk cId="2026785782" sldId="257"/>
            <ac:grpSpMk id="54" creationId="{C28CAB86-AA69-4EF8-A4E2-4E020497D0BB}"/>
          </ac:grpSpMkLst>
        </pc:grpChg>
        <pc:grpChg chg="add del">
          <ac:chgData name="John Williams" userId="d96035812ccefcc8" providerId="LiveId" clId="{47080A83-26F8-4914-9A3E-24FBD80579E0}" dt="2024-02-19T19:13:51.354" v="2722" actId="26606"/>
          <ac:grpSpMkLst>
            <pc:docMk/>
            <pc:sldMk cId="2026785782" sldId="257"/>
            <ac:grpSpMk id="58" creationId="{582A903B-6B78-4F0A-B7C9-3D80499020B8}"/>
          </ac:grpSpMkLst>
        </pc:grpChg>
        <pc:grpChg chg="add del">
          <ac:chgData name="John Williams" userId="d96035812ccefcc8" providerId="LiveId" clId="{47080A83-26F8-4914-9A3E-24FBD80579E0}" dt="2024-02-19T19:13:51.354" v="2722" actId="26606"/>
          <ac:grpSpMkLst>
            <pc:docMk/>
            <pc:sldMk cId="2026785782" sldId="257"/>
            <ac:grpSpMk id="65" creationId="{617CAA5F-37E3-4DF6-9DD0-68A40D21611B}"/>
          </ac:grpSpMkLst>
        </pc:grpChg>
        <pc:grpChg chg="add">
          <ac:chgData name="John Williams" userId="d96035812ccefcc8" providerId="LiveId" clId="{47080A83-26F8-4914-9A3E-24FBD80579E0}" dt="2024-02-19T19:13:51.354" v="2722" actId="26606"/>
          <ac:grpSpMkLst>
            <pc:docMk/>
            <pc:sldMk cId="2026785782" sldId="257"/>
            <ac:grpSpMk id="75" creationId="{8997F1B7-1EE7-4EA5-A5A4-866F9A810C9F}"/>
          </ac:grpSpMkLst>
        </pc:grpChg>
        <pc:grpChg chg="add">
          <ac:chgData name="John Williams" userId="d96035812ccefcc8" providerId="LiveId" clId="{47080A83-26F8-4914-9A3E-24FBD80579E0}" dt="2024-02-19T19:13:51.354" v="2722" actId="26606"/>
          <ac:grpSpMkLst>
            <pc:docMk/>
            <pc:sldMk cId="2026785782" sldId="257"/>
            <ac:grpSpMk id="86" creationId="{89C6B508-0B2C-4D80-99F6-BC8C9C69341A}"/>
          </ac:grpSpMkLst>
        </pc:grpChg>
        <pc:grpChg chg="add">
          <ac:chgData name="John Williams" userId="d96035812ccefcc8" providerId="LiveId" clId="{47080A83-26F8-4914-9A3E-24FBD80579E0}" dt="2024-02-19T19:13:51.354" v="2722" actId="26606"/>
          <ac:grpSpMkLst>
            <pc:docMk/>
            <pc:sldMk cId="2026785782" sldId="257"/>
            <ac:grpSpMk id="92" creationId="{6B67BE95-96EF-433C-9F29-B0732AA6B6AC}"/>
          </ac:grpSpMkLst>
        </pc:grpChg>
        <pc:grpChg chg="add">
          <ac:chgData name="John Williams" userId="d96035812ccefcc8" providerId="LiveId" clId="{47080A83-26F8-4914-9A3E-24FBD80579E0}" dt="2024-02-19T19:13:51.354" v="2722" actId="26606"/>
          <ac:grpSpMkLst>
            <pc:docMk/>
            <pc:sldMk cId="2026785782" sldId="257"/>
            <ac:grpSpMk id="96" creationId="{36C5CE76-F42E-4B75-84C4-A9B2C8CE8379}"/>
          </ac:grpSpMkLst>
        </pc:grpChg>
        <pc:grpChg chg="add">
          <ac:chgData name="John Williams" userId="d96035812ccefcc8" providerId="LiveId" clId="{47080A83-26F8-4914-9A3E-24FBD80579E0}" dt="2024-02-19T19:13:51.354" v="2722" actId="26606"/>
          <ac:grpSpMkLst>
            <pc:docMk/>
            <pc:sldMk cId="2026785782" sldId="257"/>
            <ac:grpSpMk id="100" creationId="{D6E8B984-55B9-4A62-A043-997D00F0AE09}"/>
          </ac:grpSpMkLst>
        </pc:grpChg>
        <pc:grpChg chg="add">
          <ac:chgData name="John Williams" userId="d96035812ccefcc8" providerId="LiveId" clId="{47080A83-26F8-4914-9A3E-24FBD80579E0}" dt="2024-02-19T19:13:51.354" v="2722" actId="26606"/>
          <ac:grpSpMkLst>
            <pc:docMk/>
            <pc:sldMk cId="2026785782" sldId="257"/>
            <ac:grpSpMk id="115" creationId="{DDFA5A3F-B050-4826-ACB4-F634DD12C7BC}"/>
          </ac:grpSpMkLst>
        </pc:grpChg>
        <pc:picChg chg="del mod ord">
          <ac:chgData name="John Williams" userId="d96035812ccefcc8" providerId="LiveId" clId="{47080A83-26F8-4914-9A3E-24FBD80579E0}" dt="2024-02-19T19:11:10.657" v="2694" actId="21"/>
          <ac:picMkLst>
            <pc:docMk/>
            <pc:sldMk cId="2026785782" sldId="257"/>
            <ac:picMk id="5" creationId="{872B149B-37BC-4A2D-A5D9-2F2BECABC6F6}"/>
          </ac:picMkLst>
        </pc:picChg>
        <pc:picChg chg="add del mod">
          <ac:chgData name="John Williams" userId="d96035812ccefcc8" providerId="LiveId" clId="{47080A83-26F8-4914-9A3E-24FBD80579E0}" dt="2024-02-19T19:11:29.183" v="2696" actId="478"/>
          <ac:picMkLst>
            <pc:docMk/>
            <pc:sldMk cId="2026785782" sldId="257"/>
            <ac:picMk id="8" creationId="{2294A712-AC0B-1721-AD58-8B4AACC9F0C1}"/>
          </ac:picMkLst>
        </pc:picChg>
        <pc:picChg chg="add mod ord modCrop">
          <ac:chgData name="John Williams" userId="d96035812ccefcc8" providerId="LiveId" clId="{47080A83-26F8-4914-9A3E-24FBD80579E0}" dt="2024-02-19T19:13:51.354" v="2722" actId="26606"/>
          <ac:picMkLst>
            <pc:docMk/>
            <pc:sldMk cId="2026785782" sldId="257"/>
            <ac:picMk id="12" creationId="{8EDF606D-1264-4B7E-8A7A-9148DE338DCE}"/>
          </ac:picMkLst>
        </pc:picChg>
      </pc:sldChg>
      <pc:sldChg chg="addSp delSp modSp add mod ord setBg delAnim modAnim modNotesTx">
        <pc:chgData name="John Williams" userId="d96035812ccefcc8" providerId="LiveId" clId="{47080A83-26F8-4914-9A3E-24FBD80579E0}" dt="2024-02-19T19:22:06.242" v="2788" actId="1076"/>
        <pc:sldMkLst>
          <pc:docMk/>
          <pc:sldMk cId="3137303413" sldId="258"/>
        </pc:sldMkLst>
        <pc:spChg chg="mod">
          <ac:chgData name="John Williams" userId="d96035812ccefcc8" providerId="LiveId" clId="{47080A83-26F8-4914-9A3E-24FBD80579E0}" dt="2024-02-19T19:02:18.197" v="2644" actId="27636"/>
          <ac:spMkLst>
            <pc:docMk/>
            <pc:sldMk cId="3137303413" sldId="258"/>
            <ac:spMk id="2" creationId="{0BFDFD6D-A835-8C6A-D2B7-E1376E49D0AC}"/>
          </ac:spMkLst>
        </pc:spChg>
        <pc:spChg chg="mod">
          <ac:chgData name="John Williams" userId="d96035812ccefcc8" providerId="LiveId" clId="{47080A83-26F8-4914-9A3E-24FBD80579E0}" dt="2024-02-19T19:01:54.248" v="2617"/>
          <ac:spMkLst>
            <pc:docMk/>
            <pc:sldMk cId="3137303413" sldId="258"/>
            <ac:spMk id="4" creationId="{79812FB7-4F7E-418C-776A-5839ECDD5C4A}"/>
          </ac:spMkLst>
        </pc:spChg>
        <pc:spChg chg="add del mod">
          <ac:chgData name="John Williams" userId="d96035812ccefcc8" providerId="LiveId" clId="{47080A83-26F8-4914-9A3E-24FBD80579E0}" dt="2024-02-19T19:20:11.663" v="2769" actId="478"/>
          <ac:spMkLst>
            <pc:docMk/>
            <pc:sldMk cId="3137303413" sldId="258"/>
            <ac:spMk id="8" creationId="{ED1C9AB1-4E3A-C2CF-3274-86D672391305}"/>
          </ac:spMkLst>
        </pc:spChg>
        <pc:spChg chg="add mod">
          <ac:chgData name="John Williams" userId="d96035812ccefcc8" providerId="LiveId" clId="{47080A83-26F8-4914-9A3E-24FBD80579E0}" dt="2024-02-17T22:38:44.003" v="16" actId="34807"/>
          <ac:spMkLst>
            <pc:docMk/>
            <pc:sldMk cId="3137303413" sldId="258"/>
            <ac:spMk id="17" creationId="{104332FF-8349-42A5-B5C8-5EE3825CE252}"/>
          </ac:spMkLst>
        </pc:spChg>
        <pc:spChg chg="add mod">
          <ac:chgData name="John Williams" userId="d96035812ccefcc8" providerId="LiveId" clId="{47080A83-26F8-4914-9A3E-24FBD80579E0}" dt="2024-02-17T22:38:44.003" v="16" actId="34807"/>
          <ac:spMkLst>
            <pc:docMk/>
            <pc:sldMk cId="3137303413" sldId="258"/>
            <ac:spMk id="19" creationId="{5A0118C5-4F8D-4CF4-BADD-53FEACC6C42A}"/>
          </ac:spMkLst>
        </pc:spChg>
        <pc:grpChg chg="add">
          <ac:chgData name="John Williams" userId="d96035812ccefcc8" providerId="LiveId" clId="{47080A83-26F8-4914-9A3E-24FBD80579E0}" dt="2024-02-17T22:37:07.883" v="12" actId="34807"/>
          <ac:grpSpMkLst>
            <pc:docMk/>
            <pc:sldMk cId="3137303413" sldId="258"/>
            <ac:grpSpMk id="10" creationId="{8997F1B7-1EE7-4EA5-A5A4-866F9A810C9F}"/>
          </ac:grpSpMkLst>
        </pc:grpChg>
        <pc:grpChg chg="add">
          <ac:chgData name="John Williams" userId="d96035812ccefcc8" providerId="LiveId" clId="{47080A83-26F8-4914-9A3E-24FBD80579E0}" dt="2024-02-17T22:37:07.883" v="12" actId="34807"/>
          <ac:grpSpMkLst>
            <pc:docMk/>
            <pc:sldMk cId="3137303413" sldId="258"/>
            <ac:grpSpMk id="21" creationId="{B894EFA8-F425-4D19-A94B-445388B31E20}"/>
          </ac:grpSpMkLst>
        </pc:grpChg>
        <pc:grpChg chg="add">
          <ac:chgData name="John Williams" userId="d96035812ccefcc8" providerId="LiveId" clId="{47080A83-26F8-4914-9A3E-24FBD80579E0}" dt="2024-02-17T22:37:07.883" v="12" actId="34807"/>
          <ac:grpSpMkLst>
            <pc:docMk/>
            <pc:sldMk cId="3137303413" sldId="258"/>
            <ac:grpSpMk id="25" creationId="{C28CAB86-AA69-4EF8-A4E2-4E020497D0BB}"/>
          </ac:grpSpMkLst>
        </pc:grpChg>
        <pc:grpChg chg="add">
          <ac:chgData name="John Williams" userId="d96035812ccefcc8" providerId="LiveId" clId="{47080A83-26F8-4914-9A3E-24FBD80579E0}" dt="2024-02-17T22:37:07.883" v="12" actId="34807"/>
          <ac:grpSpMkLst>
            <pc:docMk/>
            <pc:sldMk cId="3137303413" sldId="258"/>
            <ac:grpSpMk id="29" creationId="{582A903B-6B78-4F0A-B7C9-3D80499020B8}"/>
          </ac:grpSpMkLst>
        </pc:grpChg>
        <pc:grpChg chg="add">
          <ac:chgData name="John Williams" userId="d96035812ccefcc8" providerId="LiveId" clId="{47080A83-26F8-4914-9A3E-24FBD80579E0}" dt="2024-02-17T22:37:07.883" v="12" actId="34807"/>
          <ac:grpSpMkLst>
            <pc:docMk/>
            <pc:sldMk cId="3137303413" sldId="258"/>
            <ac:grpSpMk id="36" creationId="{617CAA5F-37E3-4DF6-9DD0-68A40D21611B}"/>
          </ac:grpSpMkLst>
        </pc:grpChg>
        <pc:picChg chg="del mod">
          <ac:chgData name="John Williams" userId="d96035812ccefcc8" providerId="LiveId" clId="{47080A83-26F8-4914-9A3E-24FBD80579E0}" dt="2024-02-19T19:20:03.731" v="2767" actId="478"/>
          <ac:picMkLst>
            <pc:docMk/>
            <pc:sldMk cId="3137303413" sldId="258"/>
            <ac:picMk id="5" creationId="{471FAF7A-6C9D-4EC4-B2F2-AFC5DBA2AE3D}"/>
          </ac:picMkLst>
        </pc:picChg>
        <pc:picChg chg="add mod">
          <ac:chgData name="John Williams" userId="d96035812ccefcc8" providerId="LiveId" clId="{47080A83-26F8-4914-9A3E-24FBD80579E0}" dt="2024-02-19T19:22:06.242" v="2788" actId="1076"/>
          <ac:picMkLst>
            <pc:docMk/>
            <pc:sldMk cId="3137303413" sldId="258"/>
            <ac:picMk id="6" creationId="{E5FDCB3D-F7B9-8717-E911-218142CF872F}"/>
          </ac:picMkLst>
        </pc:picChg>
        <pc:picChg chg="add mod">
          <ac:chgData name="John Williams" userId="d96035812ccefcc8" providerId="LiveId" clId="{47080A83-26F8-4914-9A3E-24FBD80579E0}" dt="2024-02-19T19:22:01.089" v="2786" actId="1076"/>
          <ac:picMkLst>
            <pc:docMk/>
            <pc:sldMk cId="3137303413" sldId="258"/>
            <ac:picMk id="16" creationId="{35E56B04-35E8-66DC-A2C7-8699A7D4AA5D}"/>
          </ac:picMkLst>
        </pc:picChg>
      </pc:sldChg>
      <pc:sldChg chg="addSp delSp modSp add mod ord setBg modAnim modNotesTx">
        <pc:chgData name="John Williams" userId="d96035812ccefcc8" providerId="LiveId" clId="{47080A83-26F8-4914-9A3E-24FBD80579E0}" dt="2024-02-19T19:08:07.937" v="2675" actId="27636"/>
        <pc:sldMkLst>
          <pc:docMk/>
          <pc:sldMk cId="2609370109" sldId="259"/>
        </pc:sldMkLst>
        <pc:spChg chg="mod">
          <ac:chgData name="John Williams" userId="d96035812ccefcc8" providerId="LiveId" clId="{47080A83-26F8-4914-9A3E-24FBD80579E0}" dt="2024-02-18T21:56:55.393" v="2502" actId="34807"/>
          <ac:spMkLst>
            <pc:docMk/>
            <pc:sldMk cId="2609370109" sldId="259"/>
            <ac:spMk id="2" creationId="{309A7048-DA98-C68F-602E-81F045F460B3}"/>
          </ac:spMkLst>
        </pc:spChg>
        <pc:spChg chg="del mod">
          <ac:chgData name="John Williams" userId="d96035812ccefcc8" providerId="LiveId" clId="{47080A83-26F8-4914-9A3E-24FBD80579E0}" dt="2024-02-18T21:16:40.293" v="1252" actId="478"/>
          <ac:spMkLst>
            <pc:docMk/>
            <pc:sldMk cId="2609370109" sldId="259"/>
            <ac:spMk id="4" creationId="{3936561C-33F6-0A93-FE1E-BE251DC5F9B3}"/>
          </ac:spMkLst>
        </pc:spChg>
        <pc:spChg chg="add del mod">
          <ac:chgData name="John Williams" userId="d96035812ccefcc8" providerId="LiveId" clId="{47080A83-26F8-4914-9A3E-24FBD80579E0}" dt="2024-02-18T19:57:47.576" v="84" actId="478"/>
          <ac:spMkLst>
            <pc:docMk/>
            <pc:sldMk cId="2609370109" sldId="259"/>
            <ac:spMk id="6" creationId="{9974C637-49D5-A2FE-A39B-9DF7FA077BCC}"/>
          </ac:spMkLst>
        </pc:spChg>
        <pc:spChg chg="add mod">
          <ac:chgData name="John Williams" userId="d96035812ccefcc8" providerId="LiveId" clId="{47080A83-26F8-4914-9A3E-24FBD80579E0}" dt="2024-02-19T19:08:07.937" v="2675" actId="27636"/>
          <ac:spMkLst>
            <pc:docMk/>
            <pc:sldMk cId="2609370109" sldId="259"/>
            <ac:spMk id="8" creationId="{D723B0C9-5155-5A8D-C7ED-DF87476540CE}"/>
          </ac:spMkLst>
        </pc:spChg>
        <pc:spChg chg="add del">
          <ac:chgData name="John Williams" userId="d96035812ccefcc8" providerId="LiveId" clId="{47080A83-26F8-4914-9A3E-24FBD80579E0}" dt="2024-02-18T21:56:55.393" v="2502" actId="34807"/>
          <ac:spMkLst>
            <pc:docMk/>
            <pc:sldMk cId="2609370109" sldId="259"/>
            <ac:spMk id="17" creationId="{104332FF-8349-42A5-B5C8-5EE3825CE252}"/>
          </ac:spMkLst>
        </pc:spChg>
        <pc:spChg chg="add del">
          <ac:chgData name="John Williams" userId="d96035812ccefcc8" providerId="LiveId" clId="{47080A83-26F8-4914-9A3E-24FBD80579E0}" dt="2024-02-18T21:56:55.393" v="2502" actId="34807"/>
          <ac:spMkLst>
            <pc:docMk/>
            <pc:sldMk cId="2609370109" sldId="259"/>
            <ac:spMk id="19" creationId="{5A0118C5-4F8D-4CF4-BADD-53FEACC6C42A}"/>
          </ac:spMkLst>
        </pc:spChg>
        <pc:spChg chg="add del">
          <ac:chgData name="John Williams" userId="d96035812ccefcc8" providerId="LiveId" clId="{47080A83-26F8-4914-9A3E-24FBD80579E0}" dt="2024-02-18T21:56:55.393" v="2502" actId="34807"/>
          <ac:spMkLst>
            <pc:docMk/>
            <pc:sldMk cId="2609370109" sldId="259"/>
            <ac:spMk id="21" creationId="{F98F79A4-A6C7-4101-B1E9-27E05CB7CFA0}"/>
          </ac:spMkLst>
        </pc:spChg>
        <pc:spChg chg="add del">
          <ac:chgData name="John Williams" userId="d96035812ccefcc8" providerId="LiveId" clId="{47080A83-26F8-4914-9A3E-24FBD80579E0}" dt="2024-02-18T21:56:55.393" v="2502" actId="34807"/>
          <ac:spMkLst>
            <pc:docMk/>
            <pc:sldMk cId="2609370109" sldId="259"/>
            <ac:spMk id="23" creationId="{79AFCB35-9C04-4524-A0B1-57FF6865D013}"/>
          </ac:spMkLst>
        </pc:spChg>
        <pc:spChg chg="add del">
          <ac:chgData name="John Williams" userId="d96035812ccefcc8" providerId="LiveId" clId="{47080A83-26F8-4914-9A3E-24FBD80579E0}" dt="2024-02-18T21:56:55.393" v="2502" actId="34807"/>
          <ac:spMkLst>
            <pc:docMk/>
            <pc:sldMk cId="2609370109" sldId="259"/>
            <ac:spMk id="25" creationId="{D11AD2AD-0BA0-4DD3-8EEA-84686A0E718C}"/>
          </ac:spMkLst>
        </pc:spChg>
        <pc:spChg chg="add del">
          <ac:chgData name="John Williams" userId="d96035812ccefcc8" providerId="LiveId" clId="{47080A83-26F8-4914-9A3E-24FBD80579E0}" dt="2024-02-18T21:56:55.393" v="2502" actId="34807"/>
          <ac:spMkLst>
            <pc:docMk/>
            <pc:sldMk cId="2609370109" sldId="259"/>
            <ac:spMk id="27" creationId="{83C8019B-3985-409B-9B87-494B974EE9A2}"/>
          </ac:spMkLst>
        </pc:spChg>
        <pc:spChg chg="add del">
          <ac:chgData name="John Williams" userId="d96035812ccefcc8" providerId="LiveId" clId="{47080A83-26F8-4914-9A3E-24FBD80579E0}" dt="2024-02-18T21:56:55.393" v="2502" actId="34807"/>
          <ac:spMkLst>
            <pc:docMk/>
            <pc:sldMk cId="2609370109" sldId="259"/>
            <ac:spMk id="29" creationId="{9E5C5460-229E-46C8-A712-CC317985420F}"/>
          </ac:spMkLst>
        </pc:spChg>
        <pc:spChg chg="add del">
          <ac:chgData name="John Williams" userId="d96035812ccefcc8" providerId="LiveId" clId="{47080A83-26F8-4914-9A3E-24FBD80579E0}" dt="2024-02-18T21:56:55.393" v="2502" actId="34807"/>
          <ac:spMkLst>
            <pc:docMk/>
            <pc:sldMk cId="2609370109" sldId="259"/>
            <ac:spMk id="31" creationId="{B85A4DB3-61AA-49A1-85A9-B3397CD519AB}"/>
          </ac:spMkLst>
        </pc:spChg>
        <pc:spChg chg="add">
          <ac:chgData name="John Williams" userId="d96035812ccefcc8" providerId="LiveId" clId="{47080A83-26F8-4914-9A3E-24FBD80579E0}" dt="2024-02-18T21:56:55.393" v="2502" actId="34807"/>
          <ac:spMkLst>
            <pc:docMk/>
            <pc:sldMk cId="2609370109" sldId="259"/>
            <ac:spMk id="51" creationId="{104332FF-8349-42A5-B5C8-5EE3825CE252}"/>
          </ac:spMkLst>
        </pc:spChg>
        <pc:spChg chg="add">
          <ac:chgData name="John Williams" userId="d96035812ccefcc8" providerId="LiveId" clId="{47080A83-26F8-4914-9A3E-24FBD80579E0}" dt="2024-02-18T21:56:55.393" v="2502" actId="34807"/>
          <ac:spMkLst>
            <pc:docMk/>
            <pc:sldMk cId="2609370109" sldId="259"/>
            <ac:spMk id="53" creationId="{5A0118C5-4F8D-4CF4-BADD-53FEACC6C42A}"/>
          </ac:spMkLst>
        </pc:spChg>
        <pc:spChg chg="add">
          <ac:chgData name="John Williams" userId="d96035812ccefcc8" providerId="LiveId" clId="{47080A83-26F8-4914-9A3E-24FBD80579E0}" dt="2024-02-18T21:56:55.393" v="2502" actId="34807"/>
          <ac:spMkLst>
            <pc:docMk/>
            <pc:sldMk cId="2609370109" sldId="259"/>
            <ac:spMk id="55" creationId="{F98F79A4-A6C7-4101-B1E9-27E05CB7CFA0}"/>
          </ac:spMkLst>
        </pc:spChg>
        <pc:spChg chg="add">
          <ac:chgData name="John Williams" userId="d96035812ccefcc8" providerId="LiveId" clId="{47080A83-26F8-4914-9A3E-24FBD80579E0}" dt="2024-02-18T21:56:55.393" v="2502" actId="34807"/>
          <ac:spMkLst>
            <pc:docMk/>
            <pc:sldMk cId="2609370109" sldId="259"/>
            <ac:spMk id="57" creationId="{79AFCB35-9C04-4524-A0B1-57FF6865D013}"/>
          </ac:spMkLst>
        </pc:spChg>
        <pc:spChg chg="add">
          <ac:chgData name="John Williams" userId="d96035812ccefcc8" providerId="LiveId" clId="{47080A83-26F8-4914-9A3E-24FBD80579E0}" dt="2024-02-18T21:56:55.393" v="2502" actId="34807"/>
          <ac:spMkLst>
            <pc:docMk/>
            <pc:sldMk cId="2609370109" sldId="259"/>
            <ac:spMk id="59" creationId="{D11AD2AD-0BA0-4DD3-8EEA-84686A0E718C}"/>
          </ac:spMkLst>
        </pc:spChg>
        <pc:spChg chg="add">
          <ac:chgData name="John Williams" userId="d96035812ccefcc8" providerId="LiveId" clId="{47080A83-26F8-4914-9A3E-24FBD80579E0}" dt="2024-02-18T21:56:55.393" v="2502" actId="34807"/>
          <ac:spMkLst>
            <pc:docMk/>
            <pc:sldMk cId="2609370109" sldId="259"/>
            <ac:spMk id="61" creationId="{83C8019B-3985-409B-9B87-494B974EE9A2}"/>
          </ac:spMkLst>
        </pc:spChg>
        <pc:spChg chg="add">
          <ac:chgData name="John Williams" userId="d96035812ccefcc8" providerId="LiveId" clId="{47080A83-26F8-4914-9A3E-24FBD80579E0}" dt="2024-02-18T21:56:55.393" v="2502" actId="34807"/>
          <ac:spMkLst>
            <pc:docMk/>
            <pc:sldMk cId="2609370109" sldId="259"/>
            <ac:spMk id="63" creationId="{9E5C5460-229E-46C8-A712-CC317985420F}"/>
          </ac:spMkLst>
        </pc:spChg>
        <pc:spChg chg="add">
          <ac:chgData name="John Williams" userId="d96035812ccefcc8" providerId="LiveId" clId="{47080A83-26F8-4914-9A3E-24FBD80579E0}" dt="2024-02-18T21:56:55.393" v="2502" actId="34807"/>
          <ac:spMkLst>
            <pc:docMk/>
            <pc:sldMk cId="2609370109" sldId="259"/>
            <ac:spMk id="65" creationId="{B85A4DB3-61AA-49A1-85A9-B3397CD519AB}"/>
          </ac:spMkLst>
        </pc:spChg>
        <pc:grpChg chg="add del">
          <ac:chgData name="John Williams" userId="d96035812ccefcc8" providerId="LiveId" clId="{47080A83-26F8-4914-9A3E-24FBD80579E0}" dt="2024-02-18T21:56:55.393" v="2502" actId="34807"/>
          <ac:grpSpMkLst>
            <pc:docMk/>
            <pc:sldMk cId="2609370109" sldId="259"/>
            <ac:grpSpMk id="10" creationId="{8997F1B7-1EE7-4EA5-A5A4-866F9A810C9F}"/>
          </ac:grpSpMkLst>
        </pc:grpChg>
        <pc:grpChg chg="add del">
          <ac:chgData name="John Williams" userId="d96035812ccefcc8" providerId="LiveId" clId="{47080A83-26F8-4914-9A3E-24FBD80579E0}" dt="2024-02-18T21:56:55.393" v="2502" actId="34807"/>
          <ac:grpSpMkLst>
            <pc:docMk/>
            <pc:sldMk cId="2609370109" sldId="259"/>
            <ac:grpSpMk id="33" creationId="{0C156BF8-7FF7-440F-BE2B-417DFFE8BFA5}"/>
          </ac:grpSpMkLst>
        </pc:grpChg>
        <pc:grpChg chg="add">
          <ac:chgData name="John Williams" userId="d96035812ccefcc8" providerId="LiveId" clId="{47080A83-26F8-4914-9A3E-24FBD80579E0}" dt="2024-02-18T21:56:55.393" v="2502" actId="34807"/>
          <ac:grpSpMkLst>
            <pc:docMk/>
            <pc:sldMk cId="2609370109" sldId="259"/>
            <ac:grpSpMk id="44" creationId="{8997F1B7-1EE7-4EA5-A5A4-866F9A810C9F}"/>
          </ac:grpSpMkLst>
        </pc:grpChg>
        <pc:grpChg chg="add">
          <ac:chgData name="John Williams" userId="d96035812ccefcc8" providerId="LiveId" clId="{47080A83-26F8-4914-9A3E-24FBD80579E0}" dt="2024-02-18T21:56:55.393" v="2502" actId="34807"/>
          <ac:grpSpMkLst>
            <pc:docMk/>
            <pc:sldMk cId="2609370109" sldId="259"/>
            <ac:grpSpMk id="67" creationId="{0C156BF8-7FF7-440F-BE2B-417DFFE8BFA5}"/>
          </ac:grpSpMkLst>
        </pc:grpChg>
        <pc:picChg chg="del mod ord">
          <ac:chgData name="John Williams" userId="d96035812ccefcc8" providerId="LiveId" clId="{47080A83-26F8-4914-9A3E-24FBD80579E0}" dt="2024-02-18T19:57:39.364" v="81" actId="478"/>
          <ac:picMkLst>
            <pc:docMk/>
            <pc:sldMk cId="2609370109" sldId="259"/>
            <ac:picMk id="5" creationId="{DABF0FB6-3F79-4814-9278-15C3E7773876}"/>
          </ac:picMkLst>
        </pc:picChg>
        <pc:picChg chg="add">
          <ac:chgData name="John Williams" userId="d96035812ccefcc8" providerId="LiveId" clId="{47080A83-26F8-4914-9A3E-24FBD80579E0}" dt="2024-02-18T21:56:55.393" v="2502" actId="34807"/>
          <ac:picMkLst>
            <pc:docMk/>
            <pc:sldMk cId="2609370109" sldId="259"/>
            <ac:picMk id="40" creationId="{C414CEC1-926C-E75B-87B1-CFD408B03F39}"/>
          </ac:picMkLst>
        </pc:picChg>
      </pc:sldChg>
      <pc:sldChg chg="addSp modSp add del mod ord setBg addAnim">
        <pc:chgData name="John Williams" userId="d96035812ccefcc8" providerId="LiveId" clId="{47080A83-26F8-4914-9A3E-24FBD80579E0}" dt="2024-02-18T19:57:02.607" v="77" actId="2696"/>
        <pc:sldMkLst>
          <pc:docMk/>
          <pc:sldMk cId="4228937916" sldId="263"/>
        </pc:sldMkLst>
        <pc:spChg chg="mod">
          <ac:chgData name="John Williams" userId="d96035812ccefcc8" providerId="LiveId" clId="{47080A83-26F8-4914-9A3E-24FBD80579E0}" dt="2024-02-17T22:41:30.758" v="40" actId="34807"/>
          <ac:spMkLst>
            <pc:docMk/>
            <pc:sldMk cId="4228937916" sldId="263"/>
            <ac:spMk id="2" creationId="{419017A8-E19B-737E-302E-8A94F1730E38}"/>
          </ac:spMkLst>
        </pc:spChg>
        <pc:spChg chg="mod">
          <ac:chgData name="John Williams" userId="d96035812ccefcc8" providerId="LiveId" clId="{47080A83-26F8-4914-9A3E-24FBD80579E0}" dt="2024-02-17T22:41:30.758" v="40" actId="34807"/>
          <ac:spMkLst>
            <pc:docMk/>
            <pc:sldMk cId="4228937916" sldId="263"/>
            <ac:spMk id="4" creationId="{AFFEC2A2-54B1-448A-C112-9C990048886B}"/>
          </ac:spMkLst>
        </pc:spChg>
        <pc:spChg chg="add">
          <ac:chgData name="John Williams" userId="d96035812ccefcc8" providerId="LiveId" clId="{47080A83-26F8-4914-9A3E-24FBD80579E0}" dt="2024-02-17T22:41:30.758" v="40" actId="34807"/>
          <ac:spMkLst>
            <pc:docMk/>
            <pc:sldMk cId="4228937916" sldId="263"/>
            <ac:spMk id="17" creationId="{7D6BF779-0B8C-4CC2-9268-9506AD0C5331}"/>
          </ac:spMkLst>
        </pc:spChg>
        <pc:spChg chg="add">
          <ac:chgData name="John Williams" userId="d96035812ccefcc8" providerId="LiveId" clId="{47080A83-26F8-4914-9A3E-24FBD80579E0}" dt="2024-02-17T22:41:30.758" v="40" actId="34807"/>
          <ac:spMkLst>
            <pc:docMk/>
            <pc:sldMk cId="4228937916" sldId="263"/>
            <ac:spMk id="19" creationId="{489B7BFD-8F45-4093-AD9C-91B15B0503D9}"/>
          </ac:spMkLst>
        </pc:spChg>
        <pc:spChg chg="add">
          <ac:chgData name="John Williams" userId="d96035812ccefcc8" providerId="LiveId" clId="{47080A83-26F8-4914-9A3E-24FBD80579E0}" dt="2024-02-17T22:41:30.758" v="40" actId="34807"/>
          <ac:spMkLst>
            <pc:docMk/>
            <pc:sldMk cId="4228937916" sldId="263"/>
            <ac:spMk id="21" creationId="{4D4C00DC-4DC6-4CD2-9E31-F17E6CEBC5A6}"/>
          </ac:spMkLst>
        </pc:spChg>
        <pc:spChg chg="add">
          <ac:chgData name="John Williams" userId="d96035812ccefcc8" providerId="LiveId" clId="{47080A83-26F8-4914-9A3E-24FBD80579E0}" dt="2024-02-17T22:41:30.758" v="40" actId="34807"/>
          <ac:spMkLst>
            <pc:docMk/>
            <pc:sldMk cId="4228937916" sldId="263"/>
            <ac:spMk id="23" creationId="{A499C65A-9B02-4D7F-BD68-CD38D880551F}"/>
          </ac:spMkLst>
        </pc:spChg>
        <pc:grpChg chg="add">
          <ac:chgData name="John Williams" userId="d96035812ccefcc8" providerId="LiveId" clId="{47080A83-26F8-4914-9A3E-24FBD80579E0}" dt="2024-02-17T22:41:30.758" v="40" actId="34807"/>
          <ac:grpSpMkLst>
            <pc:docMk/>
            <pc:sldMk cId="4228937916" sldId="263"/>
            <ac:grpSpMk id="10" creationId="{8A351602-3772-4279-B0D3-A523F6F6EAB3}"/>
          </ac:grpSpMkLst>
        </pc:grpChg>
        <pc:grpChg chg="add">
          <ac:chgData name="John Williams" userId="d96035812ccefcc8" providerId="LiveId" clId="{47080A83-26F8-4914-9A3E-24FBD80579E0}" dt="2024-02-17T22:41:30.758" v="40" actId="34807"/>
          <ac:grpSpMkLst>
            <pc:docMk/>
            <pc:sldMk cId="4228937916" sldId="263"/>
            <ac:grpSpMk id="25" creationId="{66FB5A75-BDE2-4F12-A95B-C48788A7685C}"/>
          </ac:grpSpMkLst>
        </pc:grpChg>
        <pc:grpChg chg="add">
          <ac:chgData name="John Williams" userId="d96035812ccefcc8" providerId="LiveId" clId="{47080A83-26F8-4914-9A3E-24FBD80579E0}" dt="2024-02-17T22:41:30.758" v="40" actId="34807"/>
          <ac:grpSpMkLst>
            <pc:docMk/>
            <pc:sldMk cId="4228937916" sldId="263"/>
            <ac:grpSpMk id="29" creationId="{1F4896D7-5AD0-4505-BCCD-82262CFEE2E1}"/>
          </ac:grpSpMkLst>
        </pc:grpChg>
        <pc:picChg chg="mod ord">
          <ac:chgData name="John Williams" userId="d96035812ccefcc8" providerId="LiveId" clId="{47080A83-26F8-4914-9A3E-24FBD80579E0}" dt="2024-02-17T22:41:30.758" v="40" actId="34807"/>
          <ac:picMkLst>
            <pc:docMk/>
            <pc:sldMk cId="4228937916" sldId="263"/>
            <ac:picMk id="5" creationId="{09E41BF0-B775-4F79-860B-CA451FE90AA8}"/>
          </ac:picMkLst>
        </pc:picChg>
      </pc:sldChg>
      <pc:sldChg chg="addSp modSp add del mod setBg">
        <pc:chgData name="John Williams" userId="d96035812ccefcc8" providerId="LiveId" clId="{47080A83-26F8-4914-9A3E-24FBD80579E0}" dt="2024-02-17T22:41:43.459" v="42" actId="2696"/>
        <pc:sldMkLst>
          <pc:docMk/>
          <pc:sldMk cId="2977413322" sldId="264"/>
        </pc:sldMkLst>
        <pc:spChg chg="mod">
          <ac:chgData name="John Williams" userId="d96035812ccefcc8" providerId="LiveId" clId="{47080A83-26F8-4914-9A3E-24FBD80579E0}" dt="2024-02-17T22:41:30.758" v="40" actId="34807"/>
          <ac:spMkLst>
            <pc:docMk/>
            <pc:sldMk cId="2977413322" sldId="264"/>
            <ac:spMk id="2" creationId="{648D2E6A-AA0C-0BEE-6D30-EE5D3C67F3F5}"/>
          </ac:spMkLst>
        </pc:spChg>
        <pc:spChg chg="add">
          <ac:chgData name="John Williams" userId="d96035812ccefcc8" providerId="LiveId" clId="{47080A83-26F8-4914-9A3E-24FBD80579E0}" dt="2024-02-17T22:41:30.758" v="40" actId="34807"/>
          <ac:spMkLst>
            <pc:docMk/>
            <pc:sldMk cId="2977413322" sldId="264"/>
            <ac:spMk id="8" creationId="{23FDF874-6D33-EBE1-C2E3-1A7EA11DE63D}"/>
          </ac:spMkLst>
        </pc:spChg>
        <pc:spChg chg="add">
          <ac:chgData name="John Williams" userId="d96035812ccefcc8" providerId="LiveId" clId="{47080A83-26F8-4914-9A3E-24FBD80579E0}" dt="2024-02-17T22:41:30.758" v="40" actId="34807"/>
          <ac:spMkLst>
            <pc:docMk/>
            <pc:sldMk cId="2977413322" sldId="264"/>
            <ac:spMk id="11" creationId="{5A0118C5-4F8D-4CF4-BADD-53FEACC6C42A}"/>
          </ac:spMkLst>
        </pc:spChg>
        <pc:grpChg chg="add">
          <ac:chgData name="John Williams" userId="d96035812ccefcc8" providerId="LiveId" clId="{47080A83-26F8-4914-9A3E-24FBD80579E0}" dt="2024-02-17T22:41:30.758" v="40" actId="34807"/>
          <ac:grpSpMkLst>
            <pc:docMk/>
            <pc:sldMk cId="2977413322" sldId="264"/>
            <ac:grpSpMk id="13" creationId="{B894EFA8-F425-4D19-A94B-445388B31E20}"/>
          </ac:grpSpMkLst>
        </pc:grpChg>
        <pc:grpChg chg="add">
          <ac:chgData name="John Williams" userId="d96035812ccefcc8" providerId="LiveId" clId="{47080A83-26F8-4914-9A3E-24FBD80579E0}" dt="2024-02-17T22:41:30.758" v="40" actId="34807"/>
          <ac:grpSpMkLst>
            <pc:docMk/>
            <pc:sldMk cId="2977413322" sldId="264"/>
            <ac:grpSpMk id="17" creationId="{C28CAB86-AA69-4EF8-A4E2-4E020497D0BB}"/>
          </ac:grpSpMkLst>
        </pc:grpChg>
        <pc:grpChg chg="add">
          <ac:chgData name="John Williams" userId="d96035812ccefcc8" providerId="LiveId" clId="{47080A83-26F8-4914-9A3E-24FBD80579E0}" dt="2024-02-17T22:41:30.758" v="40" actId="34807"/>
          <ac:grpSpMkLst>
            <pc:docMk/>
            <pc:sldMk cId="2977413322" sldId="264"/>
            <ac:grpSpMk id="21" creationId="{582A903B-6B78-4F0A-B7C9-3D80499020B8}"/>
          </ac:grpSpMkLst>
        </pc:grpChg>
        <pc:grpChg chg="add">
          <ac:chgData name="John Williams" userId="d96035812ccefcc8" providerId="LiveId" clId="{47080A83-26F8-4914-9A3E-24FBD80579E0}" dt="2024-02-17T22:41:30.758" v="40" actId="34807"/>
          <ac:grpSpMkLst>
            <pc:docMk/>
            <pc:sldMk cId="2977413322" sldId="264"/>
            <ac:grpSpMk id="28" creationId="{617CAA5F-37E3-4DF6-9DD0-68A40D21611B}"/>
          </ac:grpSpMkLst>
        </pc:grpChg>
        <pc:picChg chg="mod">
          <ac:chgData name="John Williams" userId="d96035812ccefcc8" providerId="LiveId" clId="{47080A83-26F8-4914-9A3E-24FBD80579E0}" dt="2024-02-17T22:41:30.758" v="40" actId="34807"/>
          <ac:picMkLst>
            <pc:docMk/>
            <pc:sldMk cId="2977413322" sldId="264"/>
            <ac:picMk id="4" creationId="{7D04ECAF-F0EC-46FC-BDD4-CADFD6894A6A}"/>
          </ac:picMkLst>
        </pc:picChg>
      </pc:sldChg>
      <pc:sldChg chg="addSp modSp add del mod ord setBg">
        <pc:chgData name="John Williams" userId="d96035812ccefcc8" providerId="LiveId" clId="{47080A83-26F8-4914-9A3E-24FBD80579E0}" dt="2024-02-18T19:56:55.749" v="75" actId="2696"/>
        <pc:sldMkLst>
          <pc:docMk/>
          <pc:sldMk cId="3357117195" sldId="265"/>
        </pc:sldMkLst>
        <pc:spChg chg="mod">
          <ac:chgData name="John Williams" userId="d96035812ccefcc8" providerId="LiveId" clId="{47080A83-26F8-4914-9A3E-24FBD80579E0}" dt="2024-02-17T22:41:30.758" v="40" actId="34807"/>
          <ac:spMkLst>
            <pc:docMk/>
            <pc:sldMk cId="3357117195" sldId="265"/>
            <ac:spMk id="2" creationId="{D3ACF378-8800-A9F3-66BC-4125E990A8AC}"/>
          </ac:spMkLst>
        </pc:spChg>
        <pc:spChg chg="add">
          <ac:chgData name="John Williams" userId="d96035812ccefcc8" providerId="LiveId" clId="{47080A83-26F8-4914-9A3E-24FBD80579E0}" dt="2024-02-17T22:41:30.758" v="40" actId="34807"/>
          <ac:spMkLst>
            <pc:docMk/>
            <pc:sldMk cId="3357117195" sldId="265"/>
            <ac:spMk id="16" creationId="{7D6BF779-0B8C-4CC2-9268-9506AD0C5331}"/>
          </ac:spMkLst>
        </pc:spChg>
        <pc:spChg chg="add">
          <ac:chgData name="John Williams" userId="d96035812ccefcc8" providerId="LiveId" clId="{47080A83-26F8-4914-9A3E-24FBD80579E0}" dt="2024-02-17T22:41:30.758" v="40" actId="34807"/>
          <ac:spMkLst>
            <pc:docMk/>
            <pc:sldMk cId="3357117195" sldId="265"/>
            <ac:spMk id="18" creationId="{3A397E3E-B90C-4D82-BAAA-36F7AC6A4565}"/>
          </ac:spMkLst>
        </pc:spChg>
        <pc:spChg chg="add">
          <ac:chgData name="John Williams" userId="d96035812ccefcc8" providerId="LiveId" clId="{47080A83-26F8-4914-9A3E-24FBD80579E0}" dt="2024-02-17T22:41:30.758" v="40" actId="34807"/>
          <ac:spMkLst>
            <pc:docMk/>
            <pc:sldMk cId="3357117195" sldId="265"/>
            <ac:spMk id="32" creationId="{90A7F83A-9728-4030-8E45-9ECF1ABCCC12}"/>
          </ac:spMkLst>
        </pc:spChg>
        <pc:spChg chg="add">
          <ac:chgData name="John Williams" userId="d96035812ccefcc8" providerId="LiveId" clId="{47080A83-26F8-4914-9A3E-24FBD80579E0}" dt="2024-02-17T22:41:30.758" v="40" actId="34807"/>
          <ac:spMkLst>
            <pc:docMk/>
            <pc:sldMk cId="3357117195" sldId="265"/>
            <ac:spMk id="34" creationId="{A2B5CBEA-F125-49B6-8335-227C325B112B}"/>
          </ac:spMkLst>
        </pc:spChg>
        <pc:spChg chg="add">
          <ac:chgData name="John Williams" userId="d96035812ccefcc8" providerId="LiveId" clId="{47080A83-26F8-4914-9A3E-24FBD80579E0}" dt="2024-02-17T22:41:30.758" v="40" actId="34807"/>
          <ac:spMkLst>
            <pc:docMk/>
            <pc:sldMk cId="3357117195" sldId="265"/>
            <ac:spMk id="36" creationId="{FEA9761C-7BB2-45E5-A5DB-A0B35362454A}"/>
          </ac:spMkLst>
        </pc:spChg>
        <pc:spChg chg="add">
          <ac:chgData name="John Williams" userId="d96035812ccefcc8" providerId="LiveId" clId="{47080A83-26F8-4914-9A3E-24FBD80579E0}" dt="2024-02-17T22:41:30.758" v="40" actId="34807"/>
          <ac:spMkLst>
            <pc:docMk/>
            <pc:sldMk cId="3357117195" sldId="265"/>
            <ac:spMk id="38" creationId="{4D1A5E71-B6B6-486A-8CDC-C7ABD9B903F6}"/>
          </ac:spMkLst>
        </pc:spChg>
        <pc:spChg chg="add">
          <ac:chgData name="John Williams" userId="d96035812ccefcc8" providerId="LiveId" clId="{47080A83-26F8-4914-9A3E-24FBD80579E0}" dt="2024-02-17T22:41:30.758" v="40" actId="34807"/>
          <ac:spMkLst>
            <pc:docMk/>
            <pc:sldMk cId="3357117195" sldId="265"/>
            <ac:spMk id="40" creationId="{8E44D629-6B8E-4D88-A77E-149C0ED03498}"/>
          </ac:spMkLst>
        </pc:spChg>
        <pc:grpChg chg="add">
          <ac:chgData name="John Williams" userId="d96035812ccefcc8" providerId="LiveId" clId="{47080A83-26F8-4914-9A3E-24FBD80579E0}" dt="2024-02-17T22:41:30.758" v="40" actId="34807"/>
          <ac:grpSpMkLst>
            <pc:docMk/>
            <pc:sldMk cId="3357117195" sldId="265"/>
            <ac:grpSpMk id="9" creationId="{8A351602-3772-4279-B0D3-A523F6F6EAB3}"/>
          </ac:grpSpMkLst>
        </pc:grpChg>
        <pc:grpChg chg="add">
          <ac:chgData name="John Williams" userId="d96035812ccefcc8" providerId="LiveId" clId="{47080A83-26F8-4914-9A3E-24FBD80579E0}" dt="2024-02-17T22:41:30.758" v="40" actId="34807"/>
          <ac:grpSpMkLst>
            <pc:docMk/>
            <pc:sldMk cId="3357117195" sldId="265"/>
            <ac:grpSpMk id="20" creationId="{0F0C2E5D-B08F-4A99-9D15-59D33148FE02}"/>
          </ac:grpSpMkLst>
        </pc:grpChg>
        <pc:grpChg chg="add">
          <ac:chgData name="John Williams" userId="d96035812ccefcc8" providerId="LiveId" clId="{47080A83-26F8-4914-9A3E-24FBD80579E0}" dt="2024-02-17T22:41:30.758" v="40" actId="34807"/>
          <ac:grpSpMkLst>
            <pc:docMk/>
            <pc:sldMk cId="3357117195" sldId="265"/>
            <ac:grpSpMk id="28" creationId="{BB7A900B-006E-46F4-831E-5AABAEE45EE1}"/>
          </ac:grpSpMkLst>
        </pc:grpChg>
        <pc:grpChg chg="add">
          <ac:chgData name="John Williams" userId="d96035812ccefcc8" providerId="LiveId" clId="{47080A83-26F8-4914-9A3E-24FBD80579E0}" dt="2024-02-17T22:41:30.758" v="40" actId="34807"/>
          <ac:grpSpMkLst>
            <pc:docMk/>
            <pc:sldMk cId="3357117195" sldId="265"/>
            <ac:grpSpMk id="42" creationId="{FB9739EB-7F66-433D-841F-AB3CD18700B7}"/>
          </ac:grpSpMkLst>
        </pc:grpChg>
        <pc:grpChg chg="add">
          <ac:chgData name="John Williams" userId="d96035812ccefcc8" providerId="LiveId" clId="{47080A83-26F8-4914-9A3E-24FBD80579E0}" dt="2024-02-17T22:41:30.758" v="40" actId="34807"/>
          <ac:grpSpMkLst>
            <pc:docMk/>
            <pc:sldMk cId="3357117195" sldId="265"/>
            <ac:grpSpMk id="49" creationId="{8B6BCBAB-41A5-4D6D-8C9B-55E3AA6FCC21}"/>
          </ac:grpSpMkLst>
        </pc:grpChg>
        <pc:picChg chg="mod">
          <ac:chgData name="John Williams" userId="d96035812ccefcc8" providerId="LiveId" clId="{47080A83-26F8-4914-9A3E-24FBD80579E0}" dt="2024-02-17T22:41:30.758" v="40" actId="34807"/>
          <ac:picMkLst>
            <pc:docMk/>
            <pc:sldMk cId="3357117195" sldId="265"/>
            <ac:picMk id="4" creationId="{21B165E9-F60E-4292-AFAB-2A661C3945B0}"/>
          </ac:picMkLst>
        </pc:picChg>
      </pc:sldChg>
      <pc:sldChg chg="addSp delSp modSp add mod ord setBg modAnim modNotesTx">
        <pc:chgData name="John Williams" userId="d96035812ccefcc8" providerId="LiveId" clId="{47080A83-26F8-4914-9A3E-24FBD80579E0}" dt="2024-02-19T19:18:04.232" v="2762" actId="114"/>
        <pc:sldMkLst>
          <pc:docMk/>
          <pc:sldMk cId="1912738179" sldId="266"/>
        </pc:sldMkLst>
        <pc:spChg chg="mod">
          <ac:chgData name="John Williams" userId="d96035812ccefcc8" providerId="LiveId" clId="{47080A83-26F8-4914-9A3E-24FBD80579E0}" dt="2024-02-19T19:18:04.232" v="2762" actId="114"/>
          <ac:spMkLst>
            <pc:docMk/>
            <pc:sldMk cId="1912738179" sldId="266"/>
            <ac:spMk id="2" creationId="{812D9B97-66D5-E55D-01BE-DCB5A4E754E5}"/>
          </ac:spMkLst>
        </pc:spChg>
        <pc:spChg chg="del mod">
          <ac:chgData name="John Williams" userId="d96035812ccefcc8" providerId="LiveId" clId="{47080A83-26F8-4914-9A3E-24FBD80579E0}" dt="2024-02-18T21:17:25.290" v="1293" actId="478"/>
          <ac:spMkLst>
            <pc:docMk/>
            <pc:sldMk cId="1912738179" sldId="266"/>
            <ac:spMk id="4" creationId="{4C01E516-B537-5A83-A80F-491BEA24CB4A}"/>
          </ac:spMkLst>
        </pc:spChg>
        <pc:spChg chg="add mod ord">
          <ac:chgData name="John Williams" userId="d96035812ccefcc8" providerId="LiveId" clId="{47080A83-26F8-4914-9A3E-24FBD80579E0}" dt="2024-02-19T19:13:15.543" v="2721" actId="26606"/>
          <ac:spMkLst>
            <pc:docMk/>
            <pc:sldMk cId="1912738179" sldId="266"/>
            <ac:spMk id="6" creationId="{EF147318-F94B-F3C2-B7C4-3DAD2D87D4FC}"/>
          </ac:spMkLst>
        </pc:spChg>
        <pc:spChg chg="add del">
          <ac:chgData name="John Williams" userId="d96035812ccefcc8" providerId="LiveId" clId="{47080A83-26F8-4914-9A3E-24FBD80579E0}" dt="2024-02-18T21:55:40.809" v="2496" actId="34807"/>
          <ac:spMkLst>
            <pc:docMk/>
            <pc:sldMk cId="1912738179" sldId="266"/>
            <ac:spMk id="17" creationId="{104332FF-8349-42A5-B5C8-5EE3825CE252}"/>
          </ac:spMkLst>
        </pc:spChg>
        <pc:spChg chg="add del">
          <ac:chgData name="John Williams" userId="d96035812ccefcc8" providerId="LiveId" clId="{47080A83-26F8-4914-9A3E-24FBD80579E0}" dt="2024-02-18T21:55:40.809" v="2496" actId="34807"/>
          <ac:spMkLst>
            <pc:docMk/>
            <pc:sldMk cId="1912738179" sldId="266"/>
            <ac:spMk id="19" creationId="{5A0118C5-4F8D-4CF4-BADD-53FEACC6C42A}"/>
          </ac:spMkLst>
        </pc:spChg>
        <pc:spChg chg="add del">
          <ac:chgData name="John Williams" userId="d96035812ccefcc8" providerId="LiveId" clId="{47080A83-26F8-4914-9A3E-24FBD80579E0}" dt="2024-02-18T21:55:40.809" v="2496" actId="34807"/>
          <ac:spMkLst>
            <pc:docMk/>
            <pc:sldMk cId="1912738179" sldId="266"/>
            <ac:spMk id="21" creationId="{F98F79A4-A6C7-4101-B1E9-27E05CB7CFA0}"/>
          </ac:spMkLst>
        </pc:spChg>
        <pc:spChg chg="add del">
          <ac:chgData name="John Williams" userId="d96035812ccefcc8" providerId="LiveId" clId="{47080A83-26F8-4914-9A3E-24FBD80579E0}" dt="2024-02-18T21:55:40.809" v="2496" actId="34807"/>
          <ac:spMkLst>
            <pc:docMk/>
            <pc:sldMk cId="1912738179" sldId="266"/>
            <ac:spMk id="23" creationId="{79AFCB35-9C04-4524-A0B1-57FF6865D013}"/>
          </ac:spMkLst>
        </pc:spChg>
        <pc:spChg chg="add del">
          <ac:chgData name="John Williams" userId="d96035812ccefcc8" providerId="LiveId" clId="{47080A83-26F8-4914-9A3E-24FBD80579E0}" dt="2024-02-18T21:55:40.809" v="2496" actId="34807"/>
          <ac:spMkLst>
            <pc:docMk/>
            <pc:sldMk cId="1912738179" sldId="266"/>
            <ac:spMk id="25" creationId="{D11AD2AD-0BA0-4DD3-8EEA-84686A0E718C}"/>
          </ac:spMkLst>
        </pc:spChg>
        <pc:spChg chg="add del">
          <ac:chgData name="John Williams" userId="d96035812ccefcc8" providerId="LiveId" clId="{47080A83-26F8-4914-9A3E-24FBD80579E0}" dt="2024-02-18T21:55:40.809" v="2496" actId="34807"/>
          <ac:spMkLst>
            <pc:docMk/>
            <pc:sldMk cId="1912738179" sldId="266"/>
            <ac:spMk id="27" creationId="{83C8019B-3985-409B-9B87-494B974EE9A2}"/>
          </ac:spMkLst>
        </pc:spChg>
        <pc:spChg chg="add del">
          <ac:chgData name="John Williams" userId="d96035812ccefcc8" providerId="LiveId" clId="{47080A83-26F8-4914-9A3E-24FBD80579E0}" dt="2024-02-18T21:55:40.809" v="2496" actId="34807"/>
          <ac:spMkLst>
            <pc:docMk/>
            <pc:sldMk cId="1912738179" sldId="266"/>
            <ac:spMk id="29" creationId="{9E5C5460-229E-46C8-A712-CC317985420F}"/>
          </ac:spMkLst>
        </pc:spChg>
        <pc:spChg chg="add del">
          <ac:chgData name="John Williams" userId="d96035812ccefcc8" providerId="LiveId" clId="{47080A83-26F8-4914-9A3E-24FBD80579E0}" dt="2024-02-18T21:55:40.809" v="2496" actId="34807"/>
          <ac:spMkLst>
            <pc:docMk/>
            <pc:sldMk cId="1912738179" sldId="266"/>
            <ac:spMk id="31" creationId="{B85A4DB3-61AA-49A1-85A9-B3397CD519AB}"/>
          </ac:spMkLst>
        </pc:spChg>
        <pc:spChg chg="add del">
          <ac:chgData name="John Williams" userId="d96035812ccefcc8" providerId="LiveId" clId="{47080A83-26F8-4914-9A3E-24FBD80579E0}" dt="2024-02-19T19:12:56.787" v="2712" actId="26606"/>
          <ac:spMkLst>
            <pc:docMk/>
            <pc:sldMk cId="1912738179" sldId="266"/>
            <ac:spMk id="50" creationId="{104332FF-8349-42A5-B5C8-5EE3825CE252}"/>
          </ac:spMkLst>
        </pc:spChg>
        <pc:spChg chg="add del">
          <ac:chgData name="John Williams" userId="d96035812ccefcc8" providerId="LiveId" clId="{47080A83-26F8-4914-9A3E-24FBD80579E0}" dt="2024-02-19T19:12:56.787" v="2712" actId="26606"/>
          <ac:spMkLst>
            <pc:docMk/>
            <pc:sldMk cId="1912738179" sldId="266"/>
            <ac:spMk id="52" creationId="{5A0118C5-4F8D-4CF4-BADD-53FEACC6C42A}"/>
          </ac:spMkLst>
        </pc:spChg>
        <pc:spChg chg="add del">
          <ac:chgData name="John Williams" userId="d96035812ccefcc8" providerId="LiveId" clId="{47080A83-26F8-4914-9A3E-24FBD80579E0}" dt="2024-02-19T19:12:56.787" v="2712" actId="26606"/>
          <ac:spMkLst>
            <pc:docMk/>
            <pc:sldMk cId="1912738179" sldId="266"/>
            <ac:spMk id="54" creationId="{F98F79A4-A6C7-4101-B1E9-27E05CB7CFA0}"/>
          </ac:spMkLst>
        </pc:spChg>
        <pc:spChg chg="add del">
          <ac:chgData name="John Williams" userId="d96035812ccefcc8" providerId="LiveId" clId="{47080A83-26F8-4914-9A3E-24FBD80579E0}" dt="2024-02-19T19:12:56.787" v="2712" actId="26606"/>
          <ac:spMkLst>
            <pc:docMk/>
            <pc:sldMk cId="1912738179" sldId="266"/>
            <ac:spMk id="56" creationId="{79AFCB35-9C04-4524-A0B1-57FF6865D013}"/>
          </ac:spMkLst>
        </pc:spChg>
        <pc:spChg chg="add del">
          <ac:chgData name="John Williams" userId="d96035812ccefcc8" providerId="LiveId" clId="{47080A83-26F8-4914-9A3E-24FBD80579E0}" dt="2024-02-19T19:12:56.787" v="2712" actId="26606"/>
          <ac:spMkLst>
            <pc:docMk/>
            <pc:sldMk cId="1912738179" sldId="266"/>
            <ac:spMk id="58" creationId="{D11AD2AD-0BA0-4DD3-8EEA-84686A0E718C}"/>
          </ac:spMkLst>
        </pc:spChg>
        <pc:spChg chg="add del">
          <ac:chgData name="John Williams" userId="d96035812ccefcc8" providerId="LiveId" clId="{47080A83-26F8-4914-9A3E-24FBD80579E0}" dt="2024-02-19T19:12:56.787" v="2712" actId="26606"/>
          <ac:spMkLst>
            <pc:docMk/>
            <pc:sldMk cId="1912738179" sldId="266"/>
            <ac:spMk id="60" creationId="{83C8019B-3985-409B-9B87-494B974EE9A2}"/>
          </ac:spMkLst>
        </pc:spChg>
        <pc:spChg chg="add del">
          <ac:chgData name="John Williams" userId="d96035812ccefcc8" providerId="LiveId" clId="{47080A83-26F8-4914-9A3E-24FBD80579E0}" dt="2024-02-19T19:12:56.787" v="2712" actId="26606"/>
          <ac:spMkLst>
            <pc:docMk/>
            <pc:sldMk cId="1912738179" sldId="266"/>
            <ac:spMk id="62" creationId="{9E5C5460-229E-46C8-A712-CC317985420F}"/>
          </ac:spMkLst>
        </pc:spChg>
        <pc:spChg chg="add del">
          <ac:chgData name="John Williams" userId="d96035812ccefcc8" providerId="LiveId" clId="{47080A83-26F8-4914-9A3E-24FBD80579E0}" dt="2024-02-19T19:12:56.787" v="2712" actId="26606"/>
          <ac:spMkLst>
            <pc:docMk/>
            <pc:sldMk cId="1912738179" sldId="266"/>
            <ac:spMk id="64" creationId="{B85A4DB3-61AA-49A1-85A9-B3397CD519AB}"/>
          </ac:spMkLst>
        </pc:spChg>
        <pc:spChg chg="add del">
          <ac:chgData name="John Williams" userId="d96035812ccefcc8" providerId="LiveId" clId="{47080A83-26F8-4914-9A3E-24FBD80579E0}" dt="2024-02-19T19:13:15.543" v="2721" actId="26606"/>
          <ac:spMkLst>
            <pc:docMk/>
            <pc:sldMk cId="1912738179" sldId="266"/>
            <ac:spMk id="83" creationId="{104332FF-8349-42A5-B5C8-5EE3825CE252}"/>
          </ac:spMkLst>
        </pc:spChg>
        <pc:spChg chg="add del">
          <ac:chgData name="John Williams" userId="d96035812ccefcc8" providerId="LiveId" clId="{47080A83-26F8-4914-9A3E-24FBD80579E0}" dt="2024-02-19T19:13:15.543" v="2721" actId="26606"/>
          <ac:spMkLst>
            <pc:docMk/>
            <pc:sldMk cId="1912738179" sldId="266"/>
            <ac:spMk id="85" creationId="{5A0118C5-4F8D-4CF4-BADD-53FEACC6C42A}"/>
          </ac:spMkLst>
        </pc:spChg>
        <pc:spChg chg="add del">
          <ac:chgData name="John Williams" userId="d96035812ccefcc8" providerId="LiveId" clId="{47080A83-26F8-4914-9A3E-24FBD80579E0}" dt="2024-02-19T19:13:15.543" v="2721" actId="26606"/>
          <ac:spMkLst>
            <pc:docMk/>
            <pc:sldMk cId="1912738179" sldId="266"/>
            <ac:spMk id="87" creationId="{3C1D1FA3-6212-4B97-9B1E-C7F81247C2B9}"/>
          </ac:spMkLst>
        </pc:spChg>
        <pc:spChg chg="add del">
          <ac:chgData name="John Williams" userId="d96035812ccefcc8" providerId="LiveId" clId="{47080A83-26F8-4914-9A3E-24FBD80579E0}" dt="2024-02-19T19:13:15.543" v="2721" actId="26606"/>
          <ac:spMkLst>
            <pc:docMk/>
            <pc:sldMk cId="1912738179" sldId="266"/>
            <ac:spMk id="89" creationId="{11C51958-04D4-4687-95A2-95DCDCF47464}"/>
          </ac:spMkLst>
        </pc:spChg>
        <pc:spChg chg="add del">
          <ac:chgData name="John Williams" userId="d96035812ccefcc8" providerId="LiveId" clId="{47080A83-26F8-4914-9A3E-24FBD80579E0}" dt="2024-02-19T19:13:15.543" v="2721" actId="26606"/>
          <ac:spMkLst>
            <pc:docMk/>
            <pc:sldMk cId="1912738179" sldId="266"/>
            <ac:spMk id="91" creationId="{79AFCB35-9C04-4524-A0B1-57FF6865D013}"/>
          </ac:spMkLst>
        </pc:spChg>
        <pc:spChg chg="add del">
          <ac:chgData name="John Williams" userId="d96035812ccefcc8" providerId="LiveId" clId="{47080A83-26F8-4914-9A3E-24FBD80579E0}" dt="2024-02-19T19:13:15.543" v="2721" actId="26606"/>
          <ac:spMkLst>
            <pc:docMk/>
            <pc:sldMk cId="1912738179" sldId="266"/>
            <ac:spMk id="93" creationId="{D11AD2AD-0BA0-4DD3-8EEA-84686A0E718C}"/>
          </ac:spMkLst>
        </pc:spChg>
        <pc:spChg chg="add">
          <ac:chgData name="John Williams" userId="d96035812ccefcc8" providerId="LiveId" clId="{47080A83-26F8-4914-9A3E-24FBD80579E0}" dt="2024-02-19T19:13:15.543" v="2721" actId="26606"/>
          <ac:spMkLst>
            <pc:docMk/>
            <pc:sldMk cId="1912738179" sldId="266"/>
            <ac:spMk id="112" creationId="{104332FF-8349-42A5-B5C8-5EE3825CE252}"/>
          </ac:spMkLst>
        </pc:spChg>
        <pc:spChg chg="add">
          <ac:chgData name="John Williams" userId="d96035812ccefcc8" providerId="LiveId" clId="{47080A83-26F8-4914-9A3E-24FBD80579E0}" dt="2024-02-19T19:13:15.543" v="2721" actId="26606"/>
          <ac:spMkLst>
            <pc:docMk/>
            <pc:sldMk cId="1912738179" sldId="266"/>
            <ac:spMk id="114" creationId="{5A0118C5-4F8D-4CF4-BADD-53FEACC6C42A}"/>
          </ac:spMkLst>
        </pc:spChg>
        <pc:spChg chg="add">
          <ac:chgData name="John Williams" userId="d96035812ccefcc8" providerId="LiveId" clId="{47080A83-26F8-4914-9A3E-24FBD80579E0}" dt="2024-02-19T19:13:15.543" v="2721" actId="26606"/>
          <ac:spMkLst>
            <pc:docMk/>
            <pc:sldMk cId="1912738179" sldId="266"/>
            <ac:spMk id="120" creationId="{09645E15-CD1B-4EAA-B2F2-D41E53CA4E1C}"/>
          </ac:spMkLst>
        </pc:spChg>
        <pc:spChg chg="add">
          <ac:chgData name="John Williams" userId="d96035812ccefcc8" providerId="LiveId" clId="{47080A83-26F8-4914-9A3E-24FBD80579E0}" dt="2024-02-19T19:13:15.543" v="2721" actId="26606"/>
          <ac:spMkLst>
            <pc:docMk/>
            <pc:sldMk cId="1912738179" sldId="266"/>
            <ac:spMk id="122" creationId="{0C571069-A359-469A-98CD-9458DBAA0D39}"/>
          </ac:spMkLst>
        </pc:spChg>
        <pc:grpChg chg="add del">
          <ac:chgData name="John Williams" userId="d96035812ccefcc8" providerId="LiveId" clId="{47080A83-26F8-4914-9A3E-24FBD80579E0}" dt="2024-02-18T21:55:40.809" v="2496" actId="34807"/>
          <ac:grpSpMkLst>
            <pc:docMk/>
            <pc:sldMk cId="1912738179" sldId="266"/>
            <ac:grpSpMk id="10" creationId="{8997F1B7-1EE7-4EA5-A5A4-866F9A810C9F}"/>
          </ac:grpSpMkLst>
        </pc:grpChg>
        <pc:grpChg chg="add del">
          <ac:chgData name="John Williams" userId="d96035812ccefcc8" providerId="LiveId" clId="{47080A83-26F8-4914-9A3E-24FBD80579E0}" dt="2024-02-18T21:55:40.809" v="2496" actId="34807"/>
          <ac:grpSpMkLst>
            <pc:docMk/>
            <pc:sldMk cId="1912738179" sldId="266"/>
            <ac:grpSpMk id="33" creationId="{0C156BF8-7FF7-440F-BE2B-417DFFE8BFA5}"/>
          </ac:grpSpMkLst>
        </pc:grpChg>
        <pc:grpChg chg="add del">
          <ac:chgData name="John Williams" userId="d96035812ccefcc8" providerId="LiveId" clId="{47080A83-26F8-4914-9A3E-24FBD80579E0}" dt="2024-02-19T19:12:56.787" v="2712" actId="26606"/>
          <ac:grpSpMkLst>
            <pc:docMk/>
            <pc:sldMk cId="1912738179" sldId="266"/>
            <ac:grpSpMk id="43" creationId="{8997F1B7-1EE7-4EA5-A5A4-866F9A810C9F}"/>
          </ac:grpSpMkLst>
        </pc:grpChg>
        <pc:grpChg chg="add del">
          <ac:chgData name="John Williams" userId="d96035812ccefcc8" providerId="LiveId" clId="{47080A83-26F8-4914-9A3E-24FBD80579E0}" dt="2024-02-19T19:12:56.787" v="2712" actId="26606"/>
          <ac:grpSpMkLst>
            <pc:docMk/>
            <pc:sldMk cId="1912738179" sldId="266"/>
            <ac:grpSpMk id="66" creationId="{0C156BF8-7FF7-440F-BE2B-417DFFE8BFA5}"/>
          </ac:grpSpMkLst>
        </pc:grpChg>
        <pc:grpChg chg="add del">
          <ac:chgData name="John Williams" userId="d96035812ccefcc8" providerId="LiveId" clId="{47080A83-26F8-4914-9A3E-24FBD80579E0}" dt="2024-02-19T19:13:15.543" v="2721" actId="26606"/>
          <ac:grpSpMkLst>
            <pc:docMk/>
            <pc:sldMk cId="1912738179" sldId="266"/>
            <ac:grpSpMk id="76" creationId="{8997F1B7-1EE7-4EA5-A5A4-866F9A810C9F}"/>
          </ac:grpSpMkLst>
        </pc:grpChg>
        <pc:grpChg chg="add del">
          <ac:chgData name="John Williams" userId="d96035812ccefcc8" providerId="LiveId" clId="{47080A83-26F8-4914-9A3E-24FBD80579E0}" dt="2024-02-19T19:13:15.543" v="2721" actId="26606"/>
          <ac:grpSpMkLst>
            <pc:docMk/>
            <pc:sldMk cId="1912738179" sldId="266"/>
            <ac:grpSpMk id="95" creationId="{0C156BF8-7FF7-440F-BE2B-417DFFE8BFA5}"/>
          </ac:grpSpMkLst>
        </pc:grpChg>
        <pc:grpChg chg="add">
          <ac:chgData name="John Williams" userId="d96035812ccefcc8" providerId="LiveId" clId="{47080A83-26F8-4914-9A3E-24FBD80579E0}" dt="2024-02-19T19:13:15.543" v="2721" actId="26606"/>
          <ac:grpSpMkLst>
            <pc:docMk/>
            <pc:sldMk cId="1912738179" sldId="266"/>
            <ac:grpSpMk id="105" creationId="{8997F1B7-1EE7-4EA5-A5A4-866F9A810C9F}"/>
          </ac:grpSpMkLst>
        </pc:grpChg>
        <pc:grpChg chg="add">
          <ac:chgData name="John Williams" userId="d96035812ccefcc8" providerId="LiveId" clId="{47080A83-26F8-4914-9A3E-24FBD80579E0}" dt="2024-02-19T19:13:15.543" v="2721" actId="26606"/>
          <ac:grpSpMkLst>
            <pc:docMk/>
            <pc:sldMk cId="1912738179" sldId="266"/>
            <ac:grpSpMk id="116" creationId="{9742E72B-7FDB-4BC3-84CE-9A8675647694}"/>
          </ac:grpSpMkLst>
        </pc:grpChg>
        <pc:grpChg chg="add">
          <ac:chgData name="John Williams" userId="d96035812ccefcc8" providerId="LiveId" clId="{47080A83-26F8-4914-9A3E-24FBD80579E0}" dt="2024-02-19T19:13:15.543" v="2721" actId="26606"/>
          <ac:grpSpMkLst>
            <pc:docMk/>
            <pc:sldMk cId="1912738179" sldId="266"/>
            <ac:grpSpMk id="124" creationId="{A61BDD87-32CE-4DE2-AAE1-62C2F4793885}"/>
          </ac:grpSpMkLst>
        </pc:grpChg>
        <pc:picChg chg="add del mod">
          <ac:chgData name="John Williams" userId="d96035812ccefcc8" providerId="LiveId" clId="{47080A83-26F8-4914-9A3E-24FBD80579E0}" dt="2024-02-19T19:12:43.563" v="2706" actId="478"/>
          <ac:picMkLst>
            <pc:docMk/>
            <pc:sldMk cId="1912738179" sldId="266"/>
            <ac:picMk id="3" creationId="{FE96DED2-1EE3-AF45-8D7A-26DA9A353BF6}"/>
          </ac:picMkLst>
        </pc:picChg>
        <pc:picChg chg="add mod">
          <ac:chgData name="John Williams" userId="d96035812ccefcc8" providerId="LiveId" clId="{47080A83-26F8-4914-9A3E-24FBD80579E0}" dt="2024-02-19T19:13:15.543" v="2721" actId="26606"/>
          <ac:picMkLst>
            <pc:docMk/>
            <pc:sldMk cId="1912738179" sldId="266"/>
            <ac:picMk id="5" creationId="{DC74CB8C-1079-9488-AA07-1DFD710F84FC}"/>
          </ac:picMkLst>
        </pc:picChg>
        <pc:picChg chg="del mod ord">
          <ac:chgData name="John Williams" userId="d96035812ccefcc8" providerId="LiveId" clId="{47080A83-26F8-4914-9A3E-24FBD80579E0}" dt="2024-02-18T21:55:39.777" v="2494"/>
          <ac:picMkLst>
            <pc:docMk/>
            <pc:sldMk cId="1912738179" sldId="266"/>
            <ac:picMk id="5" creationId="{FA8260D0-B734-4473-A54F-C86FD977CA5A}"/>
          </ac:picMkLst>
        </pc:picChg>
      </pc:sldChg>
      <pc:sldChg chg="addSp delSp modSp add mod ord setBg modAnim modNotesTx">
        <pc:chgData name="John Williams" userId="d96035812ccefcc8" providerId="LiveId" clId="{47080A83-26F8-4914-9A3E-24FBD80579E0}" dt="2024-02-19T19:08:48.986" v="2684" actId="207"/>
        <pc:sldMkLst>
          <pc:docMk/>
          <pc:sldMk cId="2776246799" sldId="267"/>
        </pc:sldMkLst>
        <pc:spChg chg="mod">
          <ac:chgData name="John Williams" userId="d96035812ccefcc8" providerId="LiveId" clId="{47080A83-26F8-4914-9A3E-24FBD80579E0}" dt="2024-02-18T21:18:11.658" v="1350" actId="20577"/>
          <ac:spMkLst>
            <pc:docMk/>
            <pc:sldMk cId="2776246799" sldId="267"/>
            <ac:spMk id="2" creationId="{F9A7DD4B-195C-C2F8-2369-E66FAA2E6CF3}"/>
          </ac:spMkLst>
        </pc:spChg>
        <pc:spChg chg="del mod">
          <ac:chgData name="John Williams" userId="d96035812ccefcc8" providerId="LiveId" clId="{47080A83-26F8-4914-9A3E-24FBD80579E0}" dt="2024-02-18T21:17:38.414" v="1311" actId="478"/>
          <ac:spMkLst>
            <pc:docMk/>
            <pc:sldMk cId="2776246799" sldId="267"/>
            <ac:spMk id="4" creationId="{B13EB20D-094C-3F1C-B10F-4421DB615C6B}"/>
          </ac:spMkLst>
        </pc:spChg>
        <pc:spChg chg="add mod">
          <ac:chgData name="John Williams" userId="d96035812ccefcc8" providerId="LiveId" clId="{47080A83-26F8-4914-9A3E-24FBD80579E0}" dt="2024-02-19T19:08:48.986" v="2684" actId="207"/>
          <ac:spMkLst>
            <pc:docMk/>
            <pc:sldMk cId="2776246799" sldId="267"/>
            <ac:spMk id="6" creationId="{AD55C8F3-180F-B3CF-44C8-09E13B2BC6EC}"/>
          </ac:spMkLst>
        </pc:spChg>
        <pc:spChg chg="add del">
          <ac:chgData name="John Williams" userId="d96035812ccefcc8" providerId="LiveId" clId="{47080A83-26F8-4914-9A3E-24FBD80579E0}" dt="2024-02-18T21:58:31.797" v="2509" actId="34807"/>
          <ac:spMkLst>
            <pc:docMk/>
            <pc:sldMk cId="2776246799" sldId="267"/>
            <ac:spMk id="17" creationId="{104332FF-8349-42A5-B5C8-5EE3825CE252}"/>
          </ac:spMkLst>
        </pc:spChg>
        <pc:spChg chg="add del">
          <ac:chgData name="John Williams" userId="d96035812ccefcc8" providerId="LiveId" clId="{47080A83-26F8-4914-9A3E-24FBD80579E0}" dt="2024-02-18T21:58:31.797" v="2509" actId="34807"/>
          <ac:spMkLst>
            <pc:docMk/>
            <pc:sldMk cId="2776246799" sldId="267"/>
            <ac:spMk id="19" creationId="{5A0118C5-4F8D-4CF4-BADD-53FEACC6C42A}"/>
          </ac:spMkLst>
        </pc:spChg>
        <pc:spChg chg="add del">
          <ac:chgData name="John Williams" userId="d96035812ccefcc8" providerId="LiveId" clId="{47080A83-26F8-4914-9A3E-24FBD80579E0}" dt="2024-02-18T21:58:31.797" v="2509" actId="34807"/>
          <ac:spMkLst>
            <pc:docMk/>
            <pc:sldMk cId="2776246799" sldId="267"/>
            <ac:spMk id="21" creationId="{F98F79A4-A6C7-4101-B1E9-27E05CB7CFA0}"/>
          </ac:spMkLst>
        </pc:spChg>
        <pc:spChg chg="add del">
          <ac:chgData name="John Williams" userId="d96035812ccefcc8" providerId="LiveId" clId="{47080A83-26F8-4914-9A3E-24FBD80579E0}" dt="2024-02-18T21:58:31.797" v="2509" actId="34807"/>
          <ac:spMkLst>
            <pc:docMk/>
            <pc:sldMk cId="2776246799" sldId="267"/>
            <ac:spMk id="23" creationId="{79AFCB35-9C04-4524-A0B1-57FF6865D013}"/>
          </ac:spMkLst>
        </pc:spChg>
        <pc:spChg chg="add del">
          <ac:chgData name="John Williams" userId="d96035812ccefcc8" providerId="LiveId" clId="{47080A83-26F8-4914-9A3E-24FBD80579E0}" dt="2024-02-18T21:58:31.797" v="2509" actId="34807"/>
          <ac:spMkLst>
            <pc:docMk/>
            <pc:sldMk cId="2776246799" sldId="267"/>
            <ac:spMk id="25" creationId="{D11AD2AD-0BA0-4DD3-8EEA-84686A0E718C}"/>
          </ac:spMkLst>
        </pc:spChg>
        <pc:spChg chg="add del">
          <ac:chgData name="John Williams" userId="d96035812ccefcc8" providerId="LiveId" clId="{47080A83-26F8-4914-9A3E-24FBD80579E0}" dt="2024-02-18T21:58:31.797" v="2509" actId="34807"/>
          <ac:spMkLst>
            <pc:docMk/>
            <pc:sldMk cId="2776246799" sldId="267"/>
            <ac:spMk id="27" creationId="{83C8019B-3985-409B-9B87-494B974EE9A2}"/>
          </ac:spMkLst>
        </pc:spChg>
        <pc:spChg chg="add del">
          <ac:chgData name="John Williams" userId="d96035812ccefcc8" providerId="LiveId" clId="{47080A83-26F8-4914-9A3E-24FBD80579E0}" dt="2024-02-18T21:58:31.797" v="2509" actId="34807"/>
          <ac:spMkLst>
            <pc:docMk/>
            <pc:sldMk cId="2776246799" sldId="267"/>
            <ac:spMk id="29" creationId="{9E5C5460-229E-46C8-A712-CC317985420F}"/>
          </ac:spMkLst>
        </pc:spChg>
        <pc:spChg chg="add del">
          <ac:chgData name="John Williams" userId="d96035812ccefcc8" providerId="LiveId" clId="{47080A83-26F8-4914-9A3E-24FBD80579E0}" dt="2024-02-18T21:58:31.797" v="2509" actId="34807"/>
          <ac:spMkLst>
            <pc:docMk/>
            <pc:sldMk cId="2776246799" sldId="267"/>
            <ac:spMk id="31" creationId="{B85A4DB3-61AA-49A1-85A9-B3397CD519AB}"/>
          </ac:spMkLst>
        </pc:spChg>
        <pc:spChg chg="add">
          <ac:chgData name="John Williams" userId="d96035812ccefcc8" providerId="LiveId" clId="{47080A83-26F8-4914-9A3E-24FBD80579E0}" dt="2024-02-18T21:58:31.797" v="2509" actId="34807"/>
          <ac:spMkLst>
            <pc:docMk/>
            <pc:sldMk cId="2776246799" sldId="267"/>
            <ac:spMk id="50" creationId="{104332FF-8349-42A5-B5C8-5EE3825CE252}"/>
          </ac:spMkLst>
        </pc:spChg>
        <pc:spChg chg="add">
          <ac:chgData name="John Williams" userId="d96035812ccefcc8" providerId="LiveId" clId="{47080A83-26F8-4914-9A3E-24FBD80579E0}" dt="2024-02-18T21:58:31.797" v="2509" actId="34807"/>
          <ac:spMkLst>
            <pc:docMk/>
            <pc:sldMk cId="2776246799" sldId="267"/>
            <ac:spMk id="52" creationId="{5A0118C5-4F8D-4CF4-BADD-53FEACC6C42A}"/>
          </ac:spMkLst>
        </pc:spChg>
        <pc:spChg chg="add">
          <ac:chgData name="John Williams" userId="d96035812ccefcc8" providerId="LiveId" clId="{47080A83-26F8-4914-9A3E-24FBD80579E0}" dt="2024-02-18T21:58:31.797" v="2509" actId="34807"/>
          <ac:spMkLst>
            <pc:docMk/>
            <pc:sldMk cId="2776246799" sldId="267"/>
            <ac:spMk id="54" creationId="{F98F79A4-A6C7-4101-B1E9-27E05CB7CFA0}"/>
          </ac:spMkLst>
        </pc:spChg>
        <pc:spChg chg="add">
          <ac:chgData name="John Williams" userId="d96035812ccefcc8" providerId="LiveId" clId="{47080A83-26F8-4914-9A3E-24FBD80579E0}" dt="2024-02-18T21:58:31.797" v="2509" actId="34807"/>
          <ac:spMkLst>
            <pc:docMk/>
            <pc:sldMk cId="2776246799" sldId="267"/>
            <ac:spMk id="56" creationId="{79AFCB35-9C04-4524-A0B1-57FF6865D013}"/>
          </ac:spMkLst>
        </pc:spChg>
        <pc:spChg chg="add">
          <ac:chgData name="John Williams" userId="d96035812ccefcc8" providerId="LiveId" clId="{47080A83-26F8-4914-9A3E-24FBD80579E0}" dt="2024-02-18T21:58:31.797" v="2509" actId="34807"/>
          <ac:spMkLst>
            <pc:docMk/>
            <pc:sldMk cId="2776246799" sldId="267"/>
            <ac:spMk id="58" creationId="{D11AD2AD-0BA0-4DD3-8EEA-84686A0E718C}"/>
          </ac:spMkLst>
        </pc:spChg>
        <pc:spChg chg="add">
          <ac:chgData name="John Williams" userId="d96035812ccefcc8" providerId="LiveId" clId="{47080A83-26F8-4914-9A3E-24FBD80579E0}" dt="2024-02-18T21:58:31.797" v="2509" actId="34807"/>
          <ac:spMkLst>
            <pc:docMk/>
            <pc:sldMk cId="2776246799" sldId="267"/>
            <ac:spMk id="60" creationId="{83C8019B-3985-409B-9B87-494B974EE9A2}"/>
          </ac:spMkLst>
        </pc:spChg>
        <pc:spChg chg="add">
          <ac:chgData name="John Williams" userId="d96035812ccefcc8" providerId="LiveId" clId="{47080A83-26F8-4914-9A3E-24FBD80579E0}" dt="2024-02-18T21:58:31.797" v="2509" actId="34807"/>
          <ac:spMkLst>
            <pc:docMk/>
            <pc:sldMk cId="2776246799" sldId="267"/>
            <ac:spMk id="62" creationId="{9E5C5460-229E-46C8-A712-CC317985420F}"/>
          </ac:spMkLst>
        </pc:spChg>
        <pc:spChg chg="add">
          <ac:chgData name="John Williams" userId="d96035812ccefcc8" providerId="LiveId" clId="{47080A83-26F8-4914-9A3E-24FBD80579E0}" dt="2024-02-18T21:58:31.797" v="2509" actId="34807"/>
          <ac:spMkLst>
            <pc:docMk/>
            <pc:sldMk cId="2776246799" sldId="267"/>
            <ac:spMk id="64" creationId="{B85A4DB3-61AA-49A1-85A9-B3397CD519AB}"/>
          </ac:spMkLst>
        </pc:spChg>
        <pc:grpChg chg="add del">
          <ac:chgData name="John Williams" userId="d96035812ccefcc8" providerId="LiveId" clId="{47080A83-26F8-4914-9A3E-24FBD80579E0}" dt="2024-02-18T21:58:31.797" v="2509" actId="34807"/>
          <ac:grpSpMkLst>
            <pc:docMk/>
            <pc:sldMk cId="2776246799" sldId="267"/>
            <ac:grpSpMk id="10" creationId="{8997F1B7-1EE7-4EA5-A5A4-866F9A810C9F}"/>
          </ac:grpSpMkLst>
        </pc:grpChg>
        <pc:grpChg chg="add del">
          <ac:chgData name="John Williams" userId="d96035812ccefcc8" providerId="LiveId" clId="{47080A83-26F8-4914-9A3E-24FBD80579E0}" dt="2024-02-18T21:58:31.797" v="2509" actId="34807"/>
          <ac:grpSpMkLst>
            <pc:docMk/>
            <pc:sldMk cId="2776246799" sldId="267"/>
            <ac:grpSpMk id="33" creationId="{0C156BF8-7FF7-440F-BE2B-417DFFE8BFA5}"/>
          </ac:grpSpMkLst>
        </pc:grpChg>
        <pc:grpChg chg="add">
          <ac:chgData name="John Williams" userId="d96035812ccefcc8" providerId="LiveId" clId="{47080A83-26F8-4914-9A3E-24FBD80579E0}" dt="2024-02-18T21:58:31.797" v="2509" actId="34807"/>
          <ac:grpSpMkLst>
            <pc:docMk/>
            <pc:sldMk cId="2776246799" sldId="267"/>
            <ac:grpSpMk id="43" creationId="{8997F1B7-1EE7-4EA5-A5A4-866F9A810C9F}"/>
          </ac:grpSpMkLst>
        </pc:grpChg>
        <pc:grpChg chg="add">
          <ac:chgData name="John Williams" userId="d96035812ccefcc8" providerId="LiveId" clId="{47080A83-26F8-4914-9A3E-24FBD80579E0}" dt="2024-02-18T21:58:31.797" v="2509" actId="34807"/>
          <ac:grpSpMkLst>
            <pc:docMk/>
            <pc:sldMk cId="2776246799" sldId="267"/>
            <ac:grpSpMk id="66" creationId="{0C156BF8-7FF7-440F-BE2B-417DFFE8BFA5}"/>
          </ac:grpSpMkLst>
        </pc:grpChg>
        <pc:picChg chg="mod ord">
          <ac:chgData name="John Williams" userId="d96035812ccefcc8" providerId="LiveId" clId="{47080A83-26F8-4914-9A3E-24FBD80579E0}" dt="2024-02-18T21:58:31.797" v="2509" actId="34807"/>
          <ac:picMkLst>
            <pc:docMk/>
            <pc:sldMk cId="2776246799" sldId="267"/>
            <ac:picMk id="5" creationId="{60F6D152-DAF7-439F-8936-EFFCF1AC0D16}"/>
          </ac:picMkLst>
        </pc:picChg>
      </pc:sldChg>
      <pc:sldChg chg="addSp modSp add del mod setBg">
        <pc:chgData name="John Williams" userId="d96035812ccefcc8" providerId="LiveId" clId="{47080A83-26F8-4914-9A3E-24FBD80579E0}" dt="2024-02-17T22:59:03.935" v="67" actId="2696"/>
        <pc:sldMkLst>
          <pc:docMk/>
          <pc:sldMk cId="4098639928" sldId="268"/>
        </pc:sldMkLst>
        <pc:spChg chg="mod">
          <ac:chgData name="John Williams" userId="d96035812ccefcc8" providerId="LiveId" clId="{47080A83-26F8-4914-9A3E-24FBD80579E0}" dt="2024-02-17T22:58:24.398" v="61" actId="34807"/>
          <ac:spMkLst>
            <pc:docMk/>
            <pc:sldMk cId="4098639928" sldId="268"/>
            <ac:spMk id="2" creationId="{E9CE1909-622E-33AE-0D5C-68794F3A312D}"/>
          </ac:spMkLst>
        </pc:spChg>
        <pc:spChg chg="mod">
          <ac:chgData name="John Williams" userId="d96035812ccefcc8" providerId="LiveId" clId="{47080A83-26F8-4914-9A3E-24FBD80579E0}" dt="2024-02-17T22:58:24.398" v="61" actId="34807"/>
          <ac:spMkLst>
            <pc:docMk/>
            <pc:sldMk cId="4098639928" sldId="268"/>
            <ac:spMk id="4" creationId="{EA183C24-F486-246F-CB65-E4918A253B5F}"/>
          </ac:spMkLst>
        </pc:spChg>
        <pc:spChg chg="add">
          <ac:chgData name="John Williams" userId="d96035812ccefcc8" providerId="LiveId" clId="{47080A83-26F8-4914-9A3E-24FBD80579E0}" dt="2024-02-17T22:58:24.398" v="61" actId="34807"/>
          <ac:spMkLst>
            <pc:docMk/>
            <pc:sldMk cId="4098639928" sldId="268"/>
            <ac:spMk id="17" creationId="{104332FF-8349-42A5-B5C8-5EE3825CE252}"/>
          </ac:spMkLst>
        </pc:spChg>
        <pc:spChg chg="add">
          <ac:chgData name="John Williams" userId="d96035812ccefcc8" providerId="LiveId" clId="{47080A83-26F8-4914-9A3E-24FBD80579E0}" dt="2024-02-17T22:58:24.398" v="61" actId="34807"/>
          <ac:spMkLst>
            <pc:docMk/>
            <pc:sldMk cId="4098639928" sldId="268"/>
            <ac:spMk id="19" creationId="{5A0118C5-4F8D-4CF4-BADD-53FEACC6C42A}"/>
          </ac:spMkLst>
        </pc:spChg>
        <pc:grpChg chg="add">
          <ac:chgData name="John Williams" userId="d96035812ccefcc8" providerId="LiveId" clId="{47080A83-26F8-4914-9A3E-24FBD80579E0}" dt="2024-02-17T22:58:24.398" v="61" actId="34807"/>
          <ac:grpSpMkLst>
            <pc:docMk/>
            <pc:sldMk cId="4098639928" sldId="268"/>
            <ac:grpSpMk id="10" creationId="{8997F1B7-1EE7-4EA5-A5A4-866F9A810C9F}"/>
          </ac:grpSpMkLst>
        </pc:grpChg>
        <pc:grpChg chg="add">
          <ac:chgData name="John Williams" userId="d96035812ccefcc8" providerId="LiveId" clId="{47080A83-26F8-4914-9A3E-24FBD80579E0}" dt="2024-02-17T22:58:24.398" v="61" actId="34807"/>
          <ac:grpSpMkLst>
            <pc:docMk/>
            <pc:sldMk cId="4098639928" sldId="268"/>
            <ac:grpSpMk id="21" creationId="{B894EFA8-F425-4D19-A94B-445388B31E20}"/>
          </ac:grpSpMkLst>
        </pc:grpChg>
        <pc:grpChg chg="add">
          <ac:chgData name="John Williams" userId="d96035812ccefcc8" providerId="LiveId" clId="{47080A83-26F8-4914-9A3E-24FBD80579E0}" dt="2024-02-17T22:58:24.398" v="61" actId="34807"/>
          <ac:grpSpMkLst>
            <pc:docMk/>
            <pc:sldMk cId="4098639928" sldId="268"/>
            <ac:grpSpMk id="25" creationId="{C28CAB86-AA69-4EF8-A4E2-4E020497D0BB}"/>
          </ac:grpSpMkLst>
        </pc:grpChg>
        <pc:grpChg chg="add">
          <ac:chgData name="John Williams" userId="d96035812ccefcc8" providerId="LiveId" clId="{47080A83-26F8-4914-9A3E-24FBD80579E0}" dt="2024-02-17T22:58:24.398" v="61" actId="34807"/>
          <ac:grpSpMkLst>
            <pc:docMk/>
            <pc:sldMk cId="4098639928" sldId="268"/>
            <ac:grpSpMk id="29" creationId="{582A903B-6B78-4F0A-B7C9-3D80499020B8}"/>
          </ac:grpSpMkLst>
        </pc:grpChg>
        <pc:grpChg chg="add">
          <ac:chgData name="John Williams" userId="d96035812ccefcc8" providerId="LiveId" clId="{47080A83-26F8-4914-9A3E-24FBD80579E0}" dt="2024-02-17T22:58:24.398" v="61" actId="34807"/>
          <ac:grpSpMkLst>
            <pc:docMk/>
            <pc:sldMk cId="4098639928" sldId="268"/>
            <ac:grpSpMk id="36" creationId="{617CAA5F-37E3-4DF6-9DD0-68A40D21611B}"/>
          </ac:grpSpMkLst>
        </pc:grpChg>
        <pc:picChg chg="mod">
          <ac:chgData name="John Williams" userId="d96035812ccefcc8" providerId="LiveId" clId="{47080A83-26F8-4914-9A3E-24FBD80579E0}" dt="2024-02-17T22:58:24.398" v="61" actId="34807"/>
          <ac:picMkLst>
            <pc:docMk/>
            <pc:sldMk cId="4098639928" sldId="268"/>
            <ac:picMk id="5" creationId="{EC279F79-1A5F-4714-95DB-8ECE414B8490}"/>
          </ac:picMkLst>
        </pc:picChg>
      </pc:sldChg>
      <pc:sldChg chg="addSp modSp add del mod setBg">
        <pc:chgData name="John Williams" userId="d96035812ccefcc8" providerId="LiveId" clId="{47080A83-26F8-4914-9A3E-24FBD80579E0}" dt="2024-02-17T22:59:00.450" v="66" actId="2696"/>
        <pc:sldMkLst>
          <pc:docMk/>
          <pc:sldMk cId="1898090047" sldId="269"/>
        </pc:sldMkLst>
        <pc:spChg chg="mod ord">
          <ac:chgData name="John Williams" userId="d96035812ccefcc8" providerId="LiveId" clId="{47080A83-26F8-4914-9A3E-24FBD80579E0}" dt="2024-02-17T22:58:24.398" v="61" actId="34807"/>
          <ac:spMkLst>
            <pc:docMk/>
            <pc:sldMk cId="1898090047" sldId="269"/>
            <ac:spMk id="2" creationId="{6E2E0372-F5FB-5900-483E-FC4B6ACF730E}"/>
          </ac:spMkLst>
        </pc:spChg>
        <pc:spChg chg="mod">
          <ac:chgData name="John Williams" userId="d96035812ccefcc8" providerId="LiveId" clId="{47080A83-26F8-4914-9A3E-24FBD80579E0}" dt="2024-02-17T22:58:24.398" v="61" actId="34807"/>
          <ac:spMkLst>
            <pc:docMk/>
            <pc:sldMk cId="1898090047" sldId="269"/>
            <ac:spMk id="4" creationId="{85EB96A5-6929-B760-CEA1-3FFDBFED3386}"/>
          </ac:spMkLst>
        </pc:spChg>
        <pc:spChg chg="add">
          <ac:chgData name="John Williams" userId="d96035812ccefcc8" providerId="LiveId" clId="{47080A83-26F8-4914-9A3E-24FBD80579E0}" dt="2024-02-17T22:58:24.398" v="61" actId="34807"/>
          <ac:spMkLst>
            <pc:docMk/>
            <pc:sldMk cId="1898090047" sldId="269"/>
            <ac:spMk id="17" creationId="{104332FF-8349-42A5-B5C8-5EE3825CE252}"/>
          </ac:spMkLst>
        </pc:spChg>
        <pc:spChg chg="add">
          <ac:chgData name="John Williams" userId="d96035812ccefcc8" providerId="LiveId" clId="{47080A83-26F8-4914-9A3E-24FBD80579E0}" dt="2024-02-17T22:58:24.398" v="61" actId="34807"/>
          <ac:spMkLst>
            <pc:docMk/>
            <pc:sldMk cId="1898090047" sldId="269"/>
            <ac:spMk id="19" creationId="{5A0118C5-4F8D-4CF4-BADD-53FEACC6C42A}"/>
          </ac:spMkLst>
        </pc:spChg>
        <pc:spChg chg="add">
          <ac:chgData name="John Williams" userId="d96035812ccefcc8" providerId="LiveId" clId="{47080A83-26F8-4914-9A3E-24FBD80579E0}" dt="2024-02-17T22:58:24.398" v="61" actId="34807"/>
          <ac:spMkLst>
            <pc:docMk/>
            <pc:sldMk cId="1898090047" sldId="269"/>
            <ac:spMk id="25" creationId="{CAEBFCD5-5356-4326-8D39-8235A46CD7B2}"/>
          </ac:spMkLst>
        </pc:spChg>
        <pc:grpChg chg="add">
          <ac:chgData name="John Williams" userId="d96035812ccefcc8" providerId="LiveId" clId="{47080A83-26F8-4914-9A3E-24FBD80579E0}" dt="2024-02-17T22:58:24.398" v="61" actId="34807"/>
          <ac:grpSpMkLst>
            <pc:docMk/>
            <pc:sldMk cId="1898090047" sldId="269"/>
            <ac:grpSpMk id="10" creationId="{8997F1B7-1EE7-4EA5-A5A4-866F9A810C9F}"/>
          </ac:grpSpMkLst>
        </pc:grpChg>
        <pc:grpChg chg="add">
          <ac:chgData name="John Williams" userId="d96035812ccefcc8" providerId="LiveId" clId="{47080A83-26F8-4914-9A3E-24FBD80579E0}" dt="2024-02-17T22:58:24.398" v="61" actId="34807"/>
          <ac:grpSpMkLst>
            <pc:docMk/>
            <pc:sldMk cId="1898090047" sldId="269"/>
            <ac:grpSpMk id="21" creationId="{89C6B508-0B2C-4D80-99F6-BC8C9C69341A}"/>
          </ac:grpSpMkLst>
        </pc:grpChg>
        <pc:grpChg chg="add">
          <ac:chgData name="John Williams" userId="d96035812ccefcc8" providerId="LiveId" clId="{47080A83-26F8-4914-9A3E-24FBD80579E0}" dt="2024-02-17T22:58:24.398" v="61" actId="34807"/>
          <ac:grpSpMkLst>
            <pc:docMk/>
            <pc:sldMk cId="1898090047" sldId="269"/>
            <ac:grpSpMk id="27" creationId="{6B67BE95-96EF-433C-9F29-B0732AA6B6AC}"/>
          </ac:grpSpMkLst>
        </pc:grpChg>
        <pc:grpChg chg="add">
          <ac:chgData name="John Williams" userId="d96035812ccefcc8" providerId="LiveId" clId="{47080A83-26F8-4914-9A3E-24FBD80579E0}" dt="2024-02-17T22:58:24.398" v="61" actId="34807"/>
          <ac:grpSpMkLst>
            <pc:docMk/>
            <pc:sldMk cId="1898090047" sldId="269"/>
            <ac:grpSpMk id="31" creationId="{36C5CE76-F42E-4B75-84C4-A9B2C8CE8379}"/>
          </ac:grpSpMkLst>
        </pc:grpChg>
        <pc:grpChg chg="add">
          <ac:chgData name="John Williams" userId="d96035812ccefcc8" providerId="LiveId" clId="{47080A83-26F8-4914-9A3E-24FBD80579E0}" dt="2024-02-17T22:58:24.398" v="61" actId="34807"/>
          <ac:grpSpMkLst>
            <pc:docMk/>
            <pc:sldMk cId="1898090047" sldId="269"/>
            <ac:grpSpMk id="35" creationId="{D6E8B984-55B9-4A62-A043-997D00F0AE09}"/>
          </ac:grpSpMkLst>
        </pc:grpChg>
        <pc:grpChg chg="add">
          <ac:chgData name="John Williams" userId="d96035812ccefcc8" providerId="LiveId" clId="{47080A83-26F8-4914-9A3E-24FBD80579E0}" dt="2024-02-17T22:58:24.398" v="61" actId="34807"/>
          <ac:grpSpMkLst>
            <pc:docMk/>
            <pc:sldMk cId="1898090047" sldId="269"/>
            <ac:grpSpMk id="50" creationId="{DDFA5A3F-B050-4826-ACB4-F634DD12C7BC}"/>
          </ac:grpSpMkLst>
        </pc:grpChg>
        <pc:picChg chg="mod">
          <ac:chgData name="John Williams" userId="d96035812ccefcc8" providerId="LiveId" clId="{47080A83-26F8-4914-9A3E-24FBD80579E0}" dt="2024-02-17T22:58:24.398" v="61" actId="34807"/>
          <ac:picMkLst>
            <pc:docMk/>
            <pc:sldMk cId="1898090047" sldId="269"/>
            <ac:picMk id="5" creationId="{0AABAFCE-AC25-4599-ADE8-9B771427607F}"/>
          </ac:picMkLst>
        </pc:picChg>
      </pc:sldChg>
      <pc:sldChg chg="addSp modSp add del mod setBg">
        <pc:chgData name="John Williams" userId="d96035812ccefcc8" providerId="LiveId" clId="{47080A83-26F8-4914-9A3E-24FBD80579E0}" dt="2024-02-17T22:58:56.145" v="65" actId="2696"/>
        <pc:sldMkLst>
          <pc:docMk/>
          <pc:sldMk cId="2927753303" sldId="270"/>
        </pc:sldMkLst>
        <pc:spChg chg="mod">
          <ac:chgData name="John Williams" userId="d96035812ccefcc8" providerId="LiveId" clId="{47080A83-26F8-4914-9A3E-24FBD80579E0}" dt="2024-02-17T22:58:24.398" v="61" actId="34807"/>
          <ac:spMkLst>
            <pc:docMk/>
            <pc:sldMk cId="2927753303" sldId="270"/>
            <ac:spMk id="2" creationId="{CC5ACF9D-2660-99C1-9F23-4DA30A21EEA3}"/>
          </ac:spMkLst>
        </pc:spChg>
        <pc:spChg chg="mod">
          <ac:chgData name="John Williams" userId="d96035812ccefcc8" providerId="LiveId" clId="{47080A83-26F8-4914-9A3E-24FBD80579E0}" dt="2024-02-17T22:58:24.398" v="61" actId="34807"/>
          <ac:spMkLst>
            <pc:docMk/>
            <pc:sldMk cId="2927753303" sldId="270"/>
            <ac:spMk id="4" creationId="{99195ED9-44B9-A2D5-6210-57C17A54F334}"/>
          </ac:spMkLst>
        </pc:spChg>
        <pc:spChg chg="add">
          <ac:chgData name="John Williams" userId="d96035812ccefcc8" providerId="LiveId" clId="{47080A83-26F8-4914-9A3E-24FBD80579E0}" dt="2024-02-17T22:58:24.398" v="61" actId="34807"/>
          <ac:spMkLst>
            <pc:docMk/>
            <pc:sldMk cId="2927753303" sldId="270"/>
            <ac:spMk id="17" creationId="{104332FF-8349-42A5-B5C8-5EE3825CE252}"/>
          </ac:spMkLst>
        </pc:spChg>
        <pc:spChg chg="add">
          <ac:chgData name="John Williams" userId="d96035812ccefcc8" providerId="LiveId" clId="{47080A83-26F8-4914-9A3E-24FBD80579E0}" dt="2024-02-17T22:58:24.398" v="61" actId="34807"/>
          <ac:spMkLst>
            <pc:docMk/>
            <pc:sldMk cId="2927753303" sldId="270"/>
            <ac:spMk id="19" creationId="{5A0118C5-4F8D-4CF4-BADD-53FEACC6C42A}"/>
          </ac:spMkLst>
        </pc:spChg>
        <pc:grpChg chg="add">
          <ac:chgData name="John Williams" userId="d96035812ccefcc8" providerId="LiveId" clId="{47080A83-26F8-4914-9A3E-24FBD80579E0}" dt="2024-02-17T22:58:24.398" v="61" actId="34807"/>
          <ac:grpSpMkLst>
            <pc:docMk/>
            <pc:sldMk cId="2927753303" sldId="270"/>
            <ac:grpSpMk id="10" creationId="{8997F1B7-1EE7-4EA5-A5A4-866F9A810C9F}"/>
          </ac:grpSpMkLst>
        </pc:grpChg>
        <pc:grpChg chg="add">
          <ac:chgData name="John Williams" userId="d96035812ccefcc8" providerId="LiveId" clId="{47080A83-26F8-4914-9A3E-24FBD80579E0}" dt="2024-02-17T22:58:24.398" v="61" actId="34807"/>
          <ac:grpSpMkLst>
            <pc:docMk/>
            <pc:sldMk cId="2927753303" sldId="270"/>
            <ac:grpSpMk id="21" creationId="{268C940D-4516-4630-B49F-65C1A82FEA0C}"/>
          </ac:grpSpMkLst>
        </pc:grpChg>
        <pc:grpChg chg="add">
          <ac:chgData name="John Williams" userId="d96035812ccefcc8" providerId="LiveId" clId="{47080A83-26F8-4914-9A3E-24FBD80579E0}" dt="2024-02-17T22:58:24.398" v="61" actId="34807"/>
          <ac:grpSpMkLst>
            <pc:docMk/>
            <pc:sldMk cId="2927753303" sldId="270"/>
            <ac:grpSpMk id="25" creationId="{C93F2521-5FCA-4EE4-ADB9-C71AB81B8875}"/>
          </ac:grpSpMkLst>
        </pc:grpChg>
        <pc:grpChg chg="add">
          <ac:chgData name="John Williams" userId="d96035812ccefcc8" providerId="LiveId" clId="{47080A83-26F8-4914-9A3E-24FBD80579E0}" dt="2024-02-17T22:58:24.398" v="61" actId="34807"/>
          <ac:grpSpMkLst>
            <pc:docMk/>
            <pc:sldMk cId="2927753303" sldId="270"/>
            <ac:grpSpMk id="33" creationId="{2B7E220D-70BE-46E1-87EA-9239C10828D4}"/>
          </ac:grpSpMkLst>
        </pc:grpChg>
        <pc:picChg chg="mod ord">
          <ac:chgData name="John Williams" userId="d96035812ccefcc8" providerId="LiveId" clId="{47080A83-26F8-4914-9A3E-24FBD80579E0}" dt="2024-02-17T22:58:24.398" v="61" actId="34807"/>
          <ac:picMkLst>
            <pc:docMk/>
            <pc:sldMk cId="2927753303" sldId="270"/>
            <ac:picMk id="5" creationId="{3F18E072-761F-43D7-B16A-99A267EC6C06}"/>
          </ac:picMkLst>
        </pc:picChg>
      </pc:sldChg>
      <pc:sldChg chg="addSp modSp add del mod setBg">
        <pc:chgData name="John Williams" userId="d96035812ccefcc8" providerId="LiveId" clId="{47080A83-26F8-4914-9A3E-24FBD80579E0}" dt="2024-02-17T22:58:52.074" v="64" actId="2696"/>
        <pc:sldMkLst>
          <pc:docMk/>
          <pc:sldMk cId="1037510084" sldId="271"/>
        </pc:sldMkLst>
        <pc:spChg chg="mod">
          <ac:chgData name="John Williams" userId="d96035812ccefcc8" providerId="LiveId" clId="{47080A83-26F8-4914-9A3E-24FBD80579E0}" dt="2024-02-17T22:58:24.398" v="61" actId="34807"/>
          <ac:spMkLst>
            <pc:docMk/>
            <pc:sldMk cId="1037510084" sldId="271"/>
            <ac:spMk id="2" creationId="{6EA06F17-AFA5-2B96-CFA7-667C4A5C31D1}"/>
          </ac:spMkLst>
        </pc:spChg>
        <pc:spChg chg="mod">
          <ac:chgData name="John Williams" userId="d96035812ccefcc8" providerId="LiveId" clId="{47080A83-26F8-4914-9A3E-24FBD80579E0}" dt="2024-02-17T22:58:24.398" v="61" actId="34807"/>
          <ac:spMkLst>
            <pc:docMk/>
            <pc:sldMk cId="1037510084" sldId="271"/>
            <ac:spMk id="4" creationId="{32EA833F-A32B-8C18-A921-68DED0EE4F9C}"/>
          </ac:spMkLst>
        </pc:spChg>
        <pc:spChg chg="add">
          <ac:chgData name="John Williams" userId="d96035812ccefcc8" providerId="LiveId" clId="{47080A83-26F8-4914-9A3E-24FBD80579E0}" dt="2024-02-17T22:58:24.398" v="61" actId="34807"/>
          <ac:spMkLst>
            <pc:docMk/>
            <pc:sldMk cId="1037510084" sldId="271"/>
            <ac:spMk id="17" creationId="{104332FF-8349-42A5-B5C8-5EE3825CE252}"/>
          </ac:spMkLst>
        </pc:spChg>
        <pc:spChg chg="add">
          <ac:chgData name="John Williams" userId="d96035812ccefcc8" providerId="LiveId" clId="{47080A83-26F8-4914-9A3E-24FBD80579E0}" dt="2024-02-17T22:58:24.398" v="61" actId="34807"/>
          <ac:spMkLst>
            <pc:docMk/>
            <pc:sldMk cId="1037510084" sldId="271"/>
            <ac:spMk id="19" creationId="{5A0118C5-4F8D-4CF4-BADD-53FEACC6C42A}"/>
          </ac:spMkLst>
        </pc:spChg>
        <pc:spChg chg="add">
          <ac:chgData name="John Williams" userId="d96035812ccefcc8" providerId="LiveId" clId="{47080A83-26F8-4914-9A3E-24FBD80579E0}" dt="2024-02-17T22:58:24.398" v="61" actId="34807"/>
          <ac:spMkLst>
            <pc:docMk/>
            <pc:sldMk cId="1037510084" sldId="271"/>
            <ac:spMk id="21" creationId="{3C1D1FA3-6212-4B97-9B1E-C7F81247C2B9}"/>
          </ac:spMkLst>
        </pc:spChg>
        <pc:spChg chg="add">
          <ac:chgData name="John Williams" userId="d96035812ccefcc8" providerId="LiveId" clId="{47080A83-26F8-4914-9A3E-24FBD80579E0}" dt="2024-02-17T22:58:24.398" v="61" actId="34807"/>
          <ac:spMkLst>
            <pc:docMk/>
            <pc:sldMk cId="1037510084" sldId="271"/>
            <ac:spMk id="23" creationId="{11C51958-04D4-4687-95A2-95DCDCF47464}"/>
          </ac:spMkLst>
        </pc:spChg>
        <pc:spChg chg="add">
          <ac:chgData name="John Williams" userId="d96035812ccefcc8" providerId="LiveId" clId="{47080A83-26F8-4914-9A3E-24FBD80579E0}" dt="2024-02-17T22:58:24.398" v="61" actId="34807"/>
          <ac:spMkLst>
            <pc:docMk/>
            <pc:sldMk cId="1037510084" sldId="271"/>
            <ac:spMk id="25" creationId="{79AFCB35-9C04-4524-A0B1-57FF6865D013}"/>
          </ac:spMkLst>
        </pc:spChg>
        <pc:spChg chg="add">
          <ac:chgData name="John Williams" userId="d96035812ccefcc8" providerId="LiveId" clId="{47080A83-26F8-4914-9A3E-24FBD80579E0}" dt="2024-02-17T22:58:24.398" v="61" actId="34807"/>
          <ac:spMkLst>
            <pc:docMk/>
            <pc:sldMk cId="1037510084" sldId="271"/>
            <ac:spMk id="27" creationId="{D11AD2AD-0BA0-4DD3-8EEA-84686A0E718C}"/>
          </ac:spMkLst>
        </pc:spChg>
        <pc:grpChg chg="add">
          <ac:chgData name="John Williams" userId="d96035812ccefcc8" providerId="LiveId" clId="{47080A83-26F8-4914-9A3E-24FBD80579E0}" dt="2024-02-17T22:58:24.398" v="61" actId="34807"/>
          <ac:grpSpMkLst>
            <pc:docMk/>
            <pc:sldMk cId="1037510084" sldId="271"/>
            <ac:grpSpMk id="10" creationId="{8997F1B7-1EE7-4EA5-A5A4-866F9A810C9F}"/>
          </ac:grpSpMkLst>
        </pc:grpChg>
        <pc:grpChg chg="add">
          <ac:chgData name="John Williams" userId="d96035812ccefcc8" providerId="LiveId" clId="{47080A83-26F8-4914-9A3E-24FBD80579E0}" dt="2024-02-17T22:58:24.398" v="61" actId="34807"/>
          <ac:grpSpMkLst>
            <pc:docMk/>
            <pc:sldMk cId="1037510084" sldId="271"/>
            <ac:grpSpMk id="29" creationId="{0C156BF8-7FF7-440F-BE2B-417DFFE8BFA5}"/>
          </ac:grpSpMkLst>
        </pc:grpChg>
        <pc:picChg chg="mod ord">
          <ac:chgData name="John Williams" userId="d96035812ccefcc8" providerId="LiveId" clId="{47080A83-26F8-4914-9A3E-24FBD80579E0}" dt="2024-02-17T22:58:24.398" v="61" actId="34807"/>
          <ac:picMkLst>
            <pc:docMk/>
            <pc:sldMk cId="1037510084" sldId="271"/>
            <ac:picMk id="5" creationId="{7EAC990B-CF6A-406A-8044-A8B72CCBAD81}"/>
          </ac:picMkLst>
        </pc:picChg>
      </pc:sldChg>
      <pc:sldChg chg="addSp modSp add del mod setBg">
        <pc:chgData name="John Williams" userId="d96035812ccefcc8" providerId="LiveId" clId="{47080A83-26F8-4914-9A3E-24FBD80579E0}" dt="2024-02-17T22:58:48.709" v="63" actId="2696"/>
        <pc:sldMkLst>
          <pc:docMk/>
          <pc:sldMk cId="1669545441" sldId="272"/>
        </pc:sldMkLst>
        <pc:spChg chg="mod">
          <ac:chgData name="John Williams" userId="d96035812ccefcc8" providerId="LiveId" clId="{47080A83-26F8-4914-9A3E-24FBD80579E0}" dt="2024-02-17T22:58:24.398" v="61" actId="34807"/>
          <ac:spMkLst>
            <pc:docMk/>
            <pc:sldMk cId="1669545441" sldId="272"/>
            <ac:spMk id="2" creationId="{AA758114-5357-25F6-7F68-D4420A8D6026}"/>
          </ac:spMkLst>
        </pc:spChg>
        <pc:spChg chg="mod">
          <ac:chgData name="John Williams" userId="d96035812ccefcc8" providerId="LiveId" clId="{47080A83-26F8-4914-9A3E-24FBD80579E0}" dt="2024-02-17T22:58:24.398" v="61" actId="34807"/>
          <ac:spMkLst>
            <pc:docMk/>
            <pc:sldMk cId="1669545441" sldId="272"/>
            <ac:spMk id="4" creationId="{5C41A49D-4C24-E7B3-C1FB-A19DC37D9E3F}"/>
          </ac:spMkLst>
        </pc:spChg>
        <pc:spChg chg="add">
          <ac:chgData name="John Williams" userId="d96035812ccefcc8" providerId="LiveId" clId="{47080A83-26F8-4914-9A3E-24FBD80579E0}" dt="2024-02-17T22:58:24.398" v="61" actId="34807"/>
          <ac:spMkLst>
            <pc:docMk/>
            <pc:sldMk cId="1669545441" sldId="272"/>
            <ac:spMk id="17" creationId="{104332FF-8349-42A5-B5C8-5EE3825CE252}"/>
          </ac:spMkLst>
        </pc:spChg>
        <pc:spChg chg="add">
          <ac:chgData name="John Williams" userId="d96035812ccefcc8" providerId="LiveId" clId="{47080A83-26F8-4914-9A3E-24FBD80579E0}" dt="2024-02-17T22:58:24.398" v="61" actId="34807"/>
          <ac:spMkLst>
            <pc:docMk/>
            <pc:sldMk cId="1669545441" sldId="272"/>
            <ac:spMk id="19" creationId="{5A0118C5-4F8D-4CF4-BADD-53FEACC6C42A}"/>
          </ac:spMkLst>
        </pc:spChg>
        <pc:spChg chg="add">
          <ac:chgData name="John Williams" userId="d96035812ccefcc8" providerId="LiveId" clId="{47080A83-26F8-4914-9A3E-24FBD80579E0}" dt="2024-02-17T22:58:24.398" v="61" actId="34807"/>
          <ac:spMkLst>
            <pc:docMk/>
            <pc:sldMk cId="1669545441" sldId="272"/>
            <ac:spMk id="21" creationId="{F98F79A4-A6C7-4101-B1E9-27E05CB7CFA0}"/>
          </ac:spMkLst>
        </pc:spChg>
        <pc:spChg chg="add">
          <ac:chgData name="John Williams" userId="d96035812ccefcc8" providerId="LiveId" clId="{47080A83-26F8-4914-9A3E-24FBD80579E0}" dt="2024-02-17T22:58:24.398" v="61" actId="34807"/>
          <ac:spMkLst>
            <pc:docMk/>
            <pc:sldMk cId="1669545441" sldId="272"/>
            <ac:spMk id="23" creationId="{79AFCB35-9C04-4524-A0B1-57FF6865D013}"/>
          </ac:spMkLst>
        </pc:spChg>
        <pc:spChg chg="add">
          <ac:chgData name="John Williams" userId="d96035812ccefcc8" providerId="LiveId" clId="{47080A83-26F8-4914-9A3E-24FBD80579E0}" dt="2024-02-17T22:58:24.398" v="61" actId="34807"/>
          <ac:spMkLst>
            <pc:docMk/>
            <pc:sldMk cId="1669545441" sldId="272"/>
            <ac:spMk id="25" creationId="{D11AD2AD-0BA0-4DD3-8EEA-84686A0E718C}"/>
          </ac:spMkLst>
        </pc:spChg>
        <pc:spChg chg="add">
          <ac:chgData name="John Williams" userId="d96035812ccefcc8" providerId="LiveId" clId="{47080A83-26F8-4914-9A3E-24FBD80579E0}" dt="2024-02-17T22:58:24.398" v="61" actId="34807"/>
          <ac:spMkLst>
            <pc:docMk/>
            <pc:sldMk cId="1669545441" sldId="272"/>
            <ac:spMk id="27" creationId="{83C8019B-3985-409B-9B87-494B974EE9A2}"/>
          </ac:spMkLst>
        </pc:spChg>
        <pc:spChg chg="add">
          <ac:chgData name="John Williams" userId="d96035812ccefcc8" providerId="LiveId" clId="{47080A83-26F8-4914-9A3E-24FBD80579E0}" dt="2024-02-17T22:58:24.398" v="61" actId="34807"/>
          <ac:spMkLst>
            <pc:docMk/>
            <pc:sldMk cId="1669545441" sldId="272"/>
            <ac:spMk id="29" creationId="{9E5C5460-229E-46C8-A712-CC317985420F}"/>
          </ac:spMkLst>
        </pc:spChg>
        <pc:spChg chg="add">
          <ac:chgData name="John Williams" userId="d96035812ccefcc8" providerId="LiveId" clId="{47080A83-26F8-4914-9A3E-24FBD80579E0}" dt="2024-02-17T22:58:24.398" v="61" actId="34807"/>
          <ac:spMkLst>
            <pc:docMk/>
            <pc:sldMk cId="1669545441" sldId="272"/>
            <ac:spMk id="31" creationId="{B85A4DB3-61AA-49A1-85A9-B3397CD519AB}"/>
          </ac:spMkLst>
        </pc:spChg>
        <pc:grpChg chg="add">
          <ac:chgData name="John Williams" userId="d96035812ccefcc8" providerId="LiveId" clId="{47080A83-26F8-4914-9A3E-24FBD80579E0}" dt="2024-02-17T22:58:24.398" v="61" actId="34807"/>
          <ac:grpSpMkLst>
            <pc:docMk/>
            <pc:sldMk cId="1669545441" sldId="272"/>
            <ac:grpSpMk id="10" creationId="{8997F1B7-1EE7-4EA5-A5A4-866F9A810C9F}"/>
          </ac:grpSpMkLst>
        </pc:grpChg>
        <pc:grpChg chg="add">
          <ac:chgData name="John Williams" userId="d96035812ccefcc8" providerId="LiveId" clId="{47080A83-26F8-4914-9A3E-24FBD80579E0}" dt="2024-02-17T22:58:24.398" v="61" actId="34807"/>
          <ac:grpSpMkLst>
            <pc:docMk/>
            <pc:sldMk cId="1669545441" sldId="272"/>
            <ac:grpSpMk id="33" creationId="{0C156BF8-7FF7-440F-BE2B-417DFFE8BFA5}"/>
          </ac:grpSpMkLst>
        </pc:grpChg>
        <pc:picChg chg="mod ord">
          <ac:chgData name="John Williams" userId="d96035812ccefcc8" providerId="LiveId" clId="{47080A83-26F8-4914-9A3E-24FBD80579E0}" dt="2024-02-17T22:58:24.398" v="61" actId="34807"/>
          <ac:picMkLst>
            <pc:docMk/>
            <pc:sldMk cId="1669545441" sldId="272"/>
            <ac:picMk id="5" creationId="{9FD72415-E2B8-4F81-A7D7-821EF30F4C0A}"/>
          </ac:picMkLst>
        </pc:picChg>
      </pc:sldChg>
      <pc:sldChg chg="addSp modSp add del mod ord setBg addAnim">
        <pc:chgData name="John Williams" userId="d96035812ccefcc8" providerId="LiveId" clId="{47080A83-26F8-4914-9A3E-24FBD80579E0}" dt="2024-02-18T19:56:41.952" v="72" actId="2696"/>
        <pc:sldMkLst>
          <pc:docMk/>
          <pc:sldMk cId="56066234" sldId="273"/>
        </pc:sldMkLst>
        <pc:spChg chg="mod">
          <ac:chgData name="John Williams" userId="d96035812ccefcc8" providerId="LiveId" clId="{47080A83-26F8-4914-9A3E-24FBD80579E0}" dt="2024-02-17T22:58:24.398" v="61" actId="34807"/>
          <ac:spMkLst>
            <pc:docMk/>
            <pc:sldMk cId="56066234" sldId="273"/>
            <ac:spMk id="2" creationId="{903E5FD1-92FE-2729-57BB-438C3AD73E63}"/>
          </ac:spMkLst>
        </pc:spChg>
        <pc:spChg chg="mod">
          <ac:chgData name="John Williams" userId="d96035812ccefcc8" providerId="LiveId" clId="{47080A83-26F8-4914-9A3E-24FBD80579E0}" dt="2024-02-17T22:58:24.398" v="61" actId="34807"/>
          <ac:spMkLst>
            <pc:docMk/>
            <pc:sldMk cId="56066234" sldId="273"/>
            <ac:spMk id="4" creationId="{20908BA6-96CA-E26A-3F6C-2F69768CBFC1}"/>
          </ac:spMkLst>
        </pc:spChg>
        <pc:spChg chg="add">
          <ac:chgData name="John Williams" userId="d96035812ccefcc8" providerId="LiveId" clId="{47080A83-26F8-4914-9A3E-24FBD80579E0}" dt="2024-02-17T22:58:24.398" v="61" actId="34807"/>
          <ac:spMkLst>
            <pc:docMk/>
            <pc:sldMk cId="56066234" sldId="273"/>
            <ac:spMk id="17" creationId="{7D6BF779-0B8C-4CC2-9268-9506AD0C5331}"/>
          </ac:spMkLst>
        </pc:spChg>
        <pc:spChg chg="add">
          <ac:chgData name="John Williams" userId="d96035812ccefcc8" providerId="LiveId" clId="{47080A83-26F8-4914-9A3E-24FBD80579E0}" dt="2024-02-17T22:58:24.398" v="61" actId="34807"/>
          <ac:spMkLst>
            <pc:docMk/>
            <pc:sldMk cId="56066234" sldId="273"/>
            <ac:spMk id="19" creationId="{489B7BFD-8F45-4093-AD9C-91B15B0503D9}"/>
          </ac:spMkLst>
        </pc:spChg>
        <pc:spChg chg="add">
          <ac:chgData name="John Williams" userId="d96035812ccefcc8" providerId="LiveId" clId="{47080A83-26F8-4914-9A3E-24FBD80579E0}" dt="2024-02-17T22:58:24.398" v="61" actId="34807"/>
          <ac:spMkLst>
            <pc:docMk/>
            <pc:sldMk cId="56066234" sldId="273"/>
            <ac:spMk id="21" creationId="{4D4C00DC-4DC6-4CD2-9E31-F17E6CEBC5A6}"/>
          </ac:spMkLst>
        </pc:spChg>
        <pc:spChg chg="add">
          <ac:chgData name="John Williams" userId="d96035812ccefcc8" providerId="LiveId" clId="{47080A83-26F8-4914-9A3E-24FBD80579E0}" dt="2024-02-17T22:58:24.398" v="61" actId="34807"/>
          <ac:spMkLst>
            <pc:docMk/>
            <pc:sldMk cId="56066234" sldId="273"/>
            <ac:spMk id="23" creationId="{A499C65A-9B02-4D7F-BD68-CD38D880551F}"/>
          </ac:spMkLst>
        </pc:spChg>
        <pc:grpChg chg="add">
          <ac:chgData name="John Williams" userId="d96035812ccefcc8" providerId="LiveId" clId="{47080A83-26F8-4914-9A3E-24FBD80579E0}" dt="2024-02-17T22:58:24.398" v="61" actId="34807"/>
          <ac:grpSpMkLst>
            <pc:docMk/>
            <pc:sldMk cId="56066234" sldId="273"/>
            <ac:grpSpMk id="10" creationId="{8A351602-3772-4279-B0D3-A523F6F6EAB3}"/>
          </ac:grpSpMkLst>
        </pc:grpChg>
        <pc:grpChg chg="add">
          <ac:chgData name="John Williams" userId="d96035812ccefcc8" providerId="LiveId" clId="{47080A83-26F8-4914-9A3E-24FBD80579E0}" dt="2024-02-17T22:58:24.398" v="61" actId="34807"/>
          <ac:grpSpMkLst>
            <pc:docMk/>
            <pc:sldMk cId="56066234" sldId="273"/>
            <ac:grpSpMk id="25" creationId="{66FB5A75-BDE2-4F12-A95B-C48788A7685C}"/>
          </ac:grpSpMkLst>
        </pc:grpChg>
        <pc:grpChg chg="add">
          <ac:chgData name="John Williams" userId="d96035812ccefcc8" providerId="LiveId" clId="{47080A83-26F8-4914-9A3E-24FBD80579E0}" dt="2024-02-17T22:58:24.398" v="61" actId="34807"/>
          <ac:grpSpMkLst>
            <pc:docMk/>
            <pc:sldMk cId="56066234" sldId="273"/>
            <ac:grpSpMk id="29" creationId="{1F4896D7-5AD0-4505-BCCD-82262CFEE2E1}"/>
          </ac:grpSpMkLst>
        </pc:grpChg>
        <pc:picChg chg="mod ord">
          <ac:chgData name="John Williams" userId="d96035812ccefcc8" providerId="LiveId" clId="{47080A83-26F8-4914-9A3E-24FBD80579E0}" dt="2024-02-17T22:58:24.398" v="61" actId="34807"/>
          <ac:picMkLst>
            <pc:docMk/>
            <pc:sldMk cId="56066234" sldId="273"/>
            <ac:picMk id="5" creationId="{2E2FE814-3FA1-4818-A042-50188D393160}"/>
          </ac:picMkLst>
        </pc:picChg>
      </pc:sldChg>
      <pc:sldChg chg="addSp delSp modSp add mod ord setBg modAnim modNotesTx">
        <pc:chgData name="John Williams" userId="d96035812ccefcc8" providerId="LiveId" clId="{47080A83-26F8-4914-9A3E-24FBD80579E0}" dt="2024-02-19T19:09:13.341" v="2687" actId="20577"/>
        <pc:sldMkLst>
          <pc:docMk/>
          <pc:sldMk cId="2441597212" sldId="274"/>
        </pc:sldMkLst>
        <pc:spChg chg="mod">
          <ac:chgData name="John Williams" userId="d96035812ccefcc8" providerId="LiveId" clId="{47080A83-26F8-4914-9A3E-24FBD80579E0}" dt="2024-02-18T21:56:11.359" v="2500" actId="34807"/>
          <ac:spMkLst>
            <pc:docMk/>
            <pc:sldMk cId="2441597212" sldId="274"/>
            <ac:spMk id="2" creationId="{44AEEA47-C380-0F7D-5B8A-74603143F8B4}"/>
          </ac:spMkLst>
        </pc:spChg>
        <pc:spChg chg="del mod">
          <ac:chgData name="John Williams" userId="d96035812ccefcc8" providerId="LiveId" clId="{47080A83-26F8-4914-9A3E-24FBD80579E0}" dt="2024-02-18T21:16:58.777" v="1261" actId="478"/>
          <ac:spMkLst>
            <pc:docMk/>
            <pc:sldMk cId="2441597212" sldId="274"/>
            <ac:spMk id="4" creationId="{A5EA01FE-F31D-EFBB-D1B3-1CEAD2AFEE6E}"/>
          </ac:spMkLst>
        </pc:spChg>
        <pc:spChg chg="add mod">
          <ac:chgData name="John Williams" userId="d96035812ccefcc8" providerId="LiveId" clId="{47080A83-26F8-4914-9A3E-24FBD80579E0}" dt="2024-02-19T19:09:13.341" v="2687" actId="20577"/>
          <ac:spMkLst>
            <pc:docMk/>
            <pc:sldMk cId="2441597212" sldId="274"/>
            <ac:spMk id="6" creationId="{832397C0-776C-37DD-1A23-A99072274BD4}"/>
          </ac:spMkLst>
        </pc:spChg>
        <pc:spChg chg="add del">
          <ac:chgData name="John Williams" userId="d96035812ccefcc8" providerId="LiveId" clId="{47080A83-26F8-4914-9A3E-24FBD80579E0}" dt="2024-02-18T21:56:11.359" v="2500" actId="34807"/>
          <ac:spMkLst>
            <pc:docMk/>
            <pc:sldMk cId="2441597212" sldId="274"/>
            <ac:spMk id="17" creationId="{104332FF-8349-42A5-B5C8-5EE3825CE252}"/>
          </ac:spMkLst>
        </pc:spChg>
        <pc:spChg chg="add del">
          <ac:chgData name="John Williams" userId="d96035812ccefcc8" providerId="LiveId" clId="{47080A83-26F8-4914-9A3E-24FBD80579E0}" dt="2024-02-18T21:56:11.359" v="2500" actId="34807"/>
          <ac:spMkLst>
            <pc:docMk/>
            <pc:sldMk cId="2441597212" sldId="274"/>
            <ac:spMk id="19" creationId="{5A0118C5-4F8D-4CF4-BADD-53FEACC6C42A}"/>
          </ac:spMkLst>
        </pc:spChg>
        <pc:spChg chg="add del">
          <ac:chgData name="John Williams" userId="d96035812ccefcc8" providerId="LiveId" clId="{47080A83-26F8-4914-9A3E-24FBD80579E0}" dt="2024-02-18T21:56:11.359" v="2500" actId="34807"/>
          <ac:spMkLst>
            <pc:docMk/>
            <pc:sldMk cId="2441597212" sldId="274"/>
            <ac:spMk id="21" creationId="{F98F79A4-A6C7-4101-B1E9-27E05CB7CFA0}"/>
          </ac:spMkLst>
        </pc:spChg>
        <pc:spChg chg="add del">
          <ac:chgData name="John Williams" userId="d96035812ccefcc8" providerId="LiveId" clId="{47080A83-26F8-4914-9A3E-24FBD80579E0}" dt="2024-02-18T21:56:11.359" v="2500" actId="34807"/>
          <ac:spMkLst>
            <pc:docMk/>
            <pc:sldMk cId="2441597212" sldId="274"/>
            <ac:spMk id="23" creationId="{79AFCB35-9C04-4524-A0B1-57FF6865D013}"/>
          </ac:spMkLst>
        </pc:spChg>
        <pc:spChg chg="add del">
          <ac:chgData name="John Williams" userId="d96035812ccefcc8" providerId="LiveId" clId="{47080A83-26F8-4914-9A3E-24FBD80579E0}" dt="2024-02-18T21:56:11.359" v="2500" actId="34807"/>
          <ac:spMkLst>
            <pc:docMk/>
            <pc:sldMk cId="2441597212" sldId="274"/>
            <ac:spMk id="25" creationId="{D11AD2AD-0BA0-4DD3-8EEA-84686A0E718C}"/>
          </ac:spMkLst>
        </pc:spChg>
        <pc:spChg chg="add del">
          <ac:chgData name="John Williams" userId="d96035812ccefcc8" providerId="LiveId" clId="{47080A83-26F8-4914-9A3E-24FBD80579E0}" dt="2024-02-18T21:56:11.359" v="2500" actId="34807"/>
          <ac:spMkLst>
            <pc:docMk/>
            <pc:sldMk cId="2441597212" sldId="274"/>
            <ac:spMk id="27" creationId="{83C8019B-3985-409B-9B87-494B974EE9A2}"/>
          </ac:spMkLst>
        </pc:spChg>
        <pc:spChg chg="add del">
          <ac:chgData name="John Williams" userId="d96035812ccefcc8" providerId="LiveId" clId="{47080A83-26F8-4914-9A3E-24FBD80579E0}" dt="2024-02-18T21:56:11.359" v="2500" actId="34807"/>
          <ac:spMkLst>
            <pc:docMk/>
            <pc:sldMk cId="2441597212" sldId="274"/>
            <ac:spMk id="29" creationId="{9E5C5460-229E-46C8-A712-CC317985420F}"/>
          </ac:spMkLst>
        </pc:spChg>
        <pc:spChg chg="add del">
          <ac:chgData name="John Williams" userId="d96035812ccefcc8" providerId="LiveId" clId="{47080A83-26F8-4914-9A3E-24FBD80579E0}" dt="2024-02-18T21:56:11.359" v="2500" actId="34807"/>
          <ac:spMkLst>
            <pc:docMk/>
            <pc:sldMk cId="2441597212" sldId="274"/>
            <ac:spMk id="31" creationId="{B85A4DB3-61AA-49A1-85A9-B3397CD519AB}"/>
          </ac:spMkLst>
        </pc:spChg>
        <pc:spChg chg="add">
          <ac:chgData name="John Williams" userId="d96035812ccefcc8" providerId="LiveId" clId="{47080A83-26F8-4914-9A3E-24FBD80579E0}" dt="2024-02-18T21:56:11.359" v="2500" actId="34807"/>
          <ac:spMkLst>
            <pc:docMk/>
            <pc:sldMk cId="2441597212" sldId="274"/>
            <ac:spMk id="43" creationId="{104332FF-8349-42A5-B5C8-5EE3825CE252}"/>
          </ac:spMkLst>
        </pc:spChg>
        <pc:spChg chg="add">
          <ac:chgData name="John Williams" userId="d96035812ccefcc8" providerId="LiveId" clId="{47080A83-26F8-4914-9A3E-24FBD80579E0}" dt="2024-02-18T21:56:11.359" v="2500" actId="34807"/>
          <ac:spMkLst>
            <pc:docMk/>
            <pc:sldMk cId="2441597212" sldId="274"/>
            <ac:spMk id="45" creationId="{5A0118C5-4F8D-4CF4-BADD-53FEACC6C42A}"/>
          </ac:spMkLst>
        </pc:spChg>
        <pc:spChg chg="add">
          <ac:chgData name="John Williams" userId="d96035812ccefcc8" providerId="LiveId" clId="{47080A83-26F8-4914-9A3E-24FBD80579E0}" dt="2024-02-18T21:56:11.359" v="2500" actId="34807"/>
          <ac:spMkLst>
            <pc:docMk/>
            <pc:sldMk cId="2441597212" sldId="274"/>
            <ac:spMk id="51" creationId="{877E3FF1-E4B8-49CB-9DD6-7D2067808FFB}"/>
          </ac:spMkLst>
        </pc:spChg>
        <pc:spChg chg="add">
          <ac:chgData name="John Williams" userId="d96035812ccefcc8" providerId="LiveId" clId="{47080A83-26F8-4914-9A3E-24FBD80579E0}" dt="2024-02-18T21:56:11.359" v="2500" actId="34807"/>
          <ac:spMkLst>
            <pc:docMk/>
            <pc:sldMk cId="2441597212" sldId="274"/>
            <ac:spMk id="53" creationId="{30BDE8C6-094E-46E6-BD5E-75FAB4F7CAC7}"/>
          </ac:spMkLst>
        </pc:spChg>
        <pc:grpChg chg="add del">
          <ac:chgData name="John Williams" userId="d96035812ccefcc8" providerId="LiveId" clId="{47080A83-26F8-4914-9A3E-24FBD80579E0}" dt="2024-02-18T21:56:10.787" v="2497"/>
          <ac:grpSpMkLst>
            <pc:docMk/>
            <pc:sldMk cId="2441597212" sldId="274"/>
            <ac:grpSpMk id="10" creationId="{8997F1B7-1EE7-4EA5-A5A4-866F9A810C9F}"/>
          </ac:grpSpMkLst>
        </pc:grpChg>
        <pc:grpChg chg="add del">
          <ac:chgData name="John Williams" userId="d96035812ccefcc8" providerId="LiveId" clId="{47080A83-26F8-4914-9A3E-24FBD80579E0}" dt="2024-02-18T21:56:10.787" v="2498"/>
          <ac:grpSpMkLst>
            <pc:docMk/>
            <pc:sldMk cId="2441597212" sldId="274"/>
            <ac:grpSpMk id="33" creationId="{0C156BF8-7FF7-440F-BE2B-417DFFE8BFA5}"/>
          </ac:grpSpMkLst>
        </pc:grpChg>
        <pc:grpChg chg="add">
          <ac:chgData name="John Williams" userId="d96035812ccefcc8" providerId="LiveId" clId="{47080A83-26F8-4914-9A3E-24FBD80579E0}" dt="2024-02-18T21:56:11.359" v="2500" actId="34807"/>
          <ac:grpSpMkLst>
            <pc:docMk/>
            <pc:sldMk cId="2441597212" sldId="274"/>
            <ac:grpSpMk id="36" creationId="{8997F1B7-1EE7-4EA5-A5A4-866F9A810C9F}"/>
          </ac:grpSpMkLst>
        </pc:grpChg>
        <pc:grpChg chg="add">
          <ac:chgData name="John Williams" userId="d96035812ccefcc8" providerId="LiveId" clId="{47080A83-26F8-4914-9A3E-24FBD80579E0}" dt="2024-02-18T21:56:11.359" v="2500" actId="34807"/>
          <ac:grpSpMkLst>
            <pc:docMk/>
            <pc:sldMk cId="2441597212" sldId="274"/>
            <ac:grpSpMk id="47" creationId="{5C880D58-0477-47F1-B3CB-4B301794116A}"/>
          </ac:grpSpMkLst>
        </pc:grpChg>
        <pc:grpChg chg="add">
          <ac:chgData name="John Williams" userId="d96035812ccefcc8" providerId="LiveId" clId="{47080A83-26F8-4914-9A3E-24FBD80579E0}" dt="2024-02-18T21:56:11.359" v="2500" actId="34807"/>
          <ac:grpSpMkLst>
            <pc:docMk/>
            <pc:sldMk cId="2441597212" sldId="274"/>
            <ac:grpSpMk id="55" creationId="{582A903B-6B78-4F0A-B7C9-3D80499020B8}"/>
          </ac:grpSpMkLst>
        </pc:grpChg>
        <pc:picChg chg="add mod ord">
          <ac:chgData name="John Williams" userId="d96035812ccefcc8" providerId="LiveId" clId="{47080A83-26F8-4914-9A3E-24FBD80579E0}" dt="2024-02-18T21:56:11.359" v="2500" actId="34807"/>
          <ac:picMkLst>
            <pc:docMk/>
            <pc:sldMk cId="2441597212" sldId="274"/>
            <ac:picMk id="3" creationId="{AFDD1076-7AC3-FACA-C202-AC5E192C3314}"/>
          </ac:picMkLst>
        </pc:picChg>
        <pc:picChg chg="mod ord">
          <ac:chgData name="John Williams" userId="d96035812ccefcc8" providerId="LiveId" clId="{47080A83-26F8-4914-9A3E-24FBD80579E0}" dt="2024-02-18T21:56:11.359" v="2500" actId="34807"/>
          <ac:picMkLst>
            <pc:docMk/>
            <pc:sldMk cId="2441597212" sldId="274"/>
            <ac:picMk id="5" creationId="{4C8A6636-F1CD-4029-94C8-84BFFB86D7DC}"/>
          </ac:picMkLst>
        </pc:picChg>
      </pc:sldChg>
      <pc:sldChg chg="addSp modSp add del mod ord setBg">
        <pc:chgData name="John Williams" userId="d96035812ccefcc8" providerId="LiveId" clId="{47080A83-26F8-4914-9A3E-24FBD80579E0}" dt="2024-02-18T21:43:48.020" v="2317" actId="2696"/>
        <pc:sldMkLst>
          <pc:docMk/>
          <pc:sldMk cId="4257418401" sldId="275"/>
        </pc:sldMkLst>
        <pc:spChg chg="mod">
          <ac:chgData name="John Williams" userId="d96035812ccefcc8" providerId="LiveId" clId="{47080A83-26F8-4914-9A3E-24FBD80579E0}" dt="2024-02-17T23:00:09.152" v="69" actId="34807"/>
          <ac:spMkLst>
            <pc:docMk/>
            <pc:sldMk cId="4257418401" sldId="275"/>
            <ac:spMk id="2" creationId="{D8D76370-079D-13AD-1254-CFE408BF5FCA}"/>
          </ac:spMkLst>
        </pc:spChg>
        <pc:spChg chg="mod">
          <ac:chgData name="John Williams" userId="d96035812ccefcc8" providerId="LiveId" clId="{47080A83-26F8-4914-9A3E-24FBD80579E0}" dt="2024-02-17T23:00:09.152" v="69" actId="34807"/>
          <ac:spMkLst>
            <pc:docMk/>
            <pc:sldMk cId="4257418401" sldId="275"/>
            <ac:spMk id="4" creationId="{E3F2FD6B-FB6A-FA43-C71F-E4DE49D481E1}"/>
          </ac:spMkLst>
        </pc:spChg>
        <pc:spChg chg="add">
          <ac:chgData name="John Williams" userId="d96035812ccefcc8" providerId="LiveId" clId="{47080A83-26F8-4914-9A3E-24FBD80579E0}" dt="2024-02-17T23:00:09.152" v="69" actId="34807"/>
          <ac:spMkLst>
            <pc:docMk/>
            <pc:sldMk cId="4257418401" sldId="275"/>
            <ac:spMk id="17" creationId="{104332FF-8349-42A5-B5C8-5EE3825CE252}"/>
          </ac:spMkLst>
        </pc:spChg>
        <pc:spChg chg="add">
          <ac:chgData name="John Williams" userId="d96035812ccefcc8" providerId="LiveId" clId="{47080A83-26F8-4914-9A3E-24FBD80579E0}" dt="2024-02-17T23:00:09.152" v="69" actId="34807"/>
          <ac:spMkLst>
            <pc:docMk/>
            <pc:sldMk cId="4257418401" sldId="275"/>
            <ac:spMk id="19" creationId="{5A0118C5-4F8D-4CF4-BADD-53FEACC6C42A}"/>
          </ac:spMkLst>
        </pc:spChg>
        <pc:grpChg chg="add">
          <ac:chgData name="John Williams" userId="d96035812ccefcc8" providerId="LiveId" clId="{47080A83-26F8-4914-9A3E-24FBD80579E0}" dt="2024-02-17T23:00:09.152" v="69" actId="34807"/>
          <ac:grpSpMkLst>
            <pc:docMk/>
            <pc:sldMk cId="4257418401" sldId="275"/>
            <ac:grpSpMk id="10" creationId="{8997F1B7-1EE7-4EA5-A5A4-866F9A810C9F}"/>
          </ac:grpSpMkLst>
        </pc:grpChg>
        <pc:grpChg chg="add">
          <ac:chgData name="John Williams" userId="d96035812ccefcc8" providerId="LiveId" clId="{47080A83-26F8-4914-9A3E-24FBD80579E0}" dt="2024-02-17T23:00:09.152" v="69" actId="34807"/>
          <ac:grpSpMkLst>
            <pc:docMk/>
            <pc:sldMk cId="4257418401" sldId="275"/>
            <ac:grpSpMk id="21" creationId="{B894EFA8-F425-4D19-A94B-445388B31E20}"/>
          </ac:grpSpMkLst>
        </pc:grpChg>
        <pc:grpChg chg="add">
          <ac:chgData name="John Williams" userId="d96035812ccefcc8" providerId="LiveId" clId="{47080A83-26F8-4914-9A3E-24FBD80579E0}" dt="2024-02-17T23:00:09.152" v="69" actId="34807"/>
          <ac:grpSpMkLst>
            <pc:docMk/>
            <pc:sldMk cId="4257418401" sldId="275"/>
            <ac:grpSpMk id="25" creationId="{C28CAB86-AA69-4EF8-A4E2-4E020497D0BB}"/>
          </ac:grpSpMkLst>
        </pc:grpChg>
        <pc:grpChg chg="add">
          <ac:chgData name="John Williams" userId="d96035812ccefcc8" providerId="LiveId" clId="{47080A83-26F8-4914-9A3E-24FBD80579E0}" dt="2024-02-17T23:00:09.152" v="69" actId="34807"/>
          <ac:grpSpMkLst>
            <pc:docMk/>
            <pc:sldMk cId="4257418401" sldId="275"/>
            <ac:grpSpMk id="29" creationId="{582A903B-6B78-4F0A-B7C9-3D80499020B8}"/>
          </ac:grpSpMkLst>
        </pc:grpChg>
        <pc:grpChg chg="add">
          <ac:chgData name="John Williams" userId="d96035812ccefcc8" providerId="LiveId" clId="{47080A83-26F8-4914-9A3E-24FBD80579E0}" dt="2024-02-17T23:00:09.152" v="69" actId="34807"/>
          <ac:grpSpMkLst>
            <pc:docMk/>
            <pc:sldMk cId="4257418401" sldId="275"/>
            <ac:grpSpMk id="36" creationId="{617CAA5F-37E3-4DF6-9DD0-68A40D21611B}"/>
          </ac:grpSpMkLst>
        </pc:grpChg>
        <pc:picChg chg="mod">
          <ac:chgData name="John Williams" userId="d96035812ccefcc8" providerId="LiveId" clId="{47080A83-26F8-4914-9A3E-24FBD80579E0}" dt="2024-02-17T23:00:09.152" v="69" actId="34807"/>
          <ac:picMkLst>
            <pc:docMk/>
            <pc:sldMk cId="4257418401" sldId="275"/>
            <ac:picMk id="5" creationId="{35B55458-DB59-4B15-98B4-231E7D9E35D2}"/>
          </ac:picMkLst>
        </pc:picChg>
      </pc:sldChg>
      <pc:sldChg chg="addSp modSp add del mod ord setBg">
        <pc:chgData name="John Williams" userId="d96035812ccefcc8" providerId="LiveId" clId="{47080A83-26F8-4914-9A3E-24FBD80579E0}" dt="2024-02-18T20:19:32.410" v="450" actId="2696"/>
        <pc:sldMkLst>
          <pc:docMk/>
          <pc:sldMk cId="3391231820" sldId="276"/>
        </pc:sldMkLst>
        <pc:spChg chg="mod">
          <ac:chgData name="John Williams" userId="d96035812ccefcc8" providerId="LiveId" clId="{47080A83-26F8-4914-9A3E-24FBD80579E0}" dt="2024-02-17T23:00:09.152" v="69" actId="34807"/>
          <ac:spMkLst>
            <pc:docMk/>
            <pc:sldMk cId="3391231820" sldId="276"/>
            <ac:spMk id="2" creationId="{478824E6-47CA-C427-9DCA-B2E99D4D8EFB}"/>
          </ac:spMkLst>
        </pc:spChg>
        <pc:spChg chg="mod">
          <ac:chgData name="John Williams" userId="d96035812ccefcc8" providerId="LiveId" clId="{47080A83-26F8-4914-9A3E-24FBD80579E0}" dt="2024-02-17T23:00:09.152" v="69" actId="34807"/>
          <ac:spMkLst>
            <pc:docMk/>
            <pc:sldMk cId="3391231820" sldId="276"/>
            <ac:spMk id="4" creationId="{79FD3340-8804-5B92-C688-87488B6A8D25}"/>
          </ac:spMkLst>
        </pc:spChg>
        <pc:spChg chg="add">
          <ac:chgData name="John Williams" userId="d96035812ccefcc8" providerId="LiveId" clId="{47080A83-26F8-4914-9A3E-24FBD80579E0}" dt="2024-02-17T23:00:09.152" v="69" actId="34807"/>
          <ac:spMkLst>
            <pc:docMk/>
            <pc:sldMk cId="3391231820" sldId="276"/>
            <ac:spMk id="17" creationId="{104332FF-8349-42A5-B5C8-5EE3825CE252}"/>
          </ac:spMkLst>
        </pc:spChg>
        <pc:spChg chg="add">
          <ac:chgData name="John Williams" userId="d96035812ccefcc8" providerId="LiveId" clId="{47080A83-26F8-4914-9A3E-24FBD80579E0}" dt="2024-02-17T23:00:09.152" v="69" actId="34807"/>
          <ac:spMkLst>
            <pc:docMk/>
            <pc:sldMk cId="3391231820" sldId="276"/>
            <ac:spMk id="19" creationId="{5A0118C5-4F8D-4CF4-BADD-53FEACC6C42A}"/>
          </ac:spMkLst>
        </pc:spChg>
        <pc:spChg chg="add">
          <ac:chgData name="John Williams" userId="d96035812ccefcc8" providerId="LiveId" clId="{47080A83-26F8-4914-9A3E-24FBD80579E0}" dt="2024-02-17T23:00:09.152" v="69" actId="34807"/>
          <ac:spMkLst>
            <pc:docMk/>
            <pc:sldMk cId="3391231820" sldId="276"/>
            <ac:spMk id="21" creationId="{3C1D1FA3-6212-4B97-9B1E-C7F81247C2B9}"/>
          </ac:spMkLst>
        </pc:spChg>
        <pc:spChg chg="add">
          <ac:chgData name="John Williams" userId="d96035812ccefcc8" providerId="LiveId" clId="{47080A83-26F8-4914-9A3E-24FBD80579E0}" dt="2024-02-17T23:00:09.152" v="69" actId="34807"/>
          <ac:spMkLst>
            <pc:docMk/>
            <pc:sldMk cId="3391231820" sldId="276"/>
            <ac:spMk id="23" creationId="{11C51958-04D4-4687-95A2-95DCDCF47464}"/>
          </ac:spMkLst>
        </pc:spChg>
        <pc:spChg chg="add">
          <ac:chgData name="John Williams" userId="d96035812ccefcc8" providerId="LiveId" clId="{47080A83-26F8-4914-9A3E-24FBD80579E0}" dt="2024-02-17T23:00:09.152" v="69" actId="34807"/>
          <ac:spMkLst>
            <pc:docMk/>
            <pc:sldMk cId="3391231820" sldId="276"/>
            <ac:spMk id="25" creationId="{79AFCB35-9C04-4524-A0B1-57FF6865D013}"/>
          </ac:spMkLst>
        </pc:spChg>
        <pc:spChg chg="add">
          <ac:chgData name="John Williams" userId="d96035812ccefcc8" providerId="LiveId" clId="{47080A83-26F8-4914-9A3E-24FBD80579E0}" dt="2024-02-17T23:00:09.152" v="69" actId="34807"/>
          <ac:spMkLst>
            <pc:docMk/>
            <pc:sldMk cId="3391231820" sldId="276"/>
            <ac:spMk id="27" creationId="{D11AD2AD-0BA0-4DD3-8EEA-84686A0E718C}"/>
          </ac:spMkLst>
        </pc:spChg>
        <pc:grpChg chg="add">
          <ac:chgData name="John Williams" userId="d96035812ccefcc8" providerId="LiveId" clId="{47080A83-26F8-4914-9A3E-24FBD80579E0}" dt="2024-02-17T23:00:09.152" v="69" actId="34807"/>
          <ac:grpSpMkLst>
            <pc:docMk/>
            <pc:sldMk cId="3391231820" sldId="276"/>
            <ac:grpSpMk id="10" creationId="{8997F1B7-1EE7-4EA5-A5A4-866F9A810C9F}"/>
          </ac:grpSpMkLst>
        </pc:grpChg>
        <pc:grpChg chg="add">
          <ac:chgData name="John Williams" userId="d96035812ccefcc8" providerId="LiveId" clId="{47080A83-26F8-4914-9A3E-24FBD80579E0}" dt="2024-02-17T23:00:09.152" v="69" actId="34807"/>
          <ac:grpSpMkLst>
            <pc:docMk/>
            <pc:sldMk cId="3391231820" sldId="276"/>
            <ac:grpSpMk id="29" creationId="{0C156BF8-7FF7-440F-BE2B-417DFFE8BFA5}"/>
          </ac:grpSpMkLst>
        </pc:grpChg>
        <pc:picChg chg="mod ord">
          <ac:chgData name="John Williams" userId="d96035812ccefcc8" providerId="LiveId" clId="{47080A83-26F8-4914-9A3E-24FBD80579E0}" dt="2024-02-17T23:00:09.152" v="69" actId="34807"/>
          <ac:picMkLst>
            <pc:docMk/>
            <pc:sldMk cId="3391231820" sldId="276"/>
            <ac:picMk id="5" creationId="{C4802C54-29C3-4420-8D83-5EB7E8290389}"/>
          </ac:picMkLst>
        </pc:picChg>
      </pc:sldChg>
      <pc:sldChg chg="addSp delSp modSp add mod ord setBg modAnim modNotesTx">
        <pc:chgData name="John Williams" userId="d96035812ccefcc8" providerId="LiveId" clId="{47080A83-26F8-4914-9A3E-24FBD80579E0}" dt="2024-02-19T19:16:17.449" v="2727" actId="255"/>
        <pc:sldMkLst>
          <pc:docMk/>
          <pc:sldMk cId="2308076412" sldId="277"/>
        </pc:sldMkLst>
        <pc:spChg chg="mod ord">
          <ac:chgData name="John Williams" userId="d96035812ccefcc8" providerId="LiveId" clId="{47080A83-26F8-4914-9A3E-24FBD80579E0}" dt="2024-02-18T20:19:27.038" v="449" actId="20577"/>
          <ac:spMkLst>
            <pc:docMk/>
            <pc:sldMk cId="2308076412" sldId="277"/>
            <ac:spMk id="2" creationId="{089DE842-AE3B-4F77-6454-427EF101CED6}"/>
          </ac:spMkLst>
        </pc:spChg>
        <pc:spChg chg="del mod">
          <ac:chgData name="John Williams" userId="d96035812ccefcc8" providerId="LiveId" clId="{47080A83-26F8-4914-9A3E-24FBD80579E0}" dt="2024-02-18T20:19:57.112" v="452" actId="478"/>
          <ac:spMkLst>
            <pc:docMk/>
            <pc:sldMk cId="2308076412" sldId="277"/>
            <ac:spMk id="4" creationId="{E8518183-A85C-1EF3-C56F-10946C25990A}"/>
          </ac:spMkLst>
        </pc:spChg>
        <pc:spChg chg="add mod">
          <ac:chgData name="John Williams" userId="d96035812ccefcc8" providerId="LiveId" clId="{47080A83-26F8-4914-9A3E-24FBD80579E0}" dt="2024-02-19T19:16:17.449" v="2727" actId="255"/>
          <ac:spMkLst>
            <pc:docMk/>
            <pc:sldMk cId="2308076412" sldId="277"/>
            <ac:spMk id="6" creationId="{43D986A4-44D5-28E6-C0AA-3F8ABE52A79A}"/>
          </ac:spMkLst>
        </pc:spChg>
        <pc:spChg chg="add">
          <ac:chgData name="John Williams" userId="d96035812ccefcc8" providerId="LiveId" clId="{47080A83-26F8-4914-9A3E-24FBD80579E0}" dt="2024-02-17T23:00:09.152" v="69" actId="34807"/>
          <ac:spMkLst>
            <pc:docMk/>
            <pc:sldMk cId="2308076412" sldId="277"/>
            <ac:spMk id="17" creationId="{104332FF-8349-42A5-B5C8-5EE3825CE252}"/>
          </ac:spMkLst>
        </pc:spChg>
        <pc:spChg chg="add">
          <ac:chgData name="John Williams" userId="d96035812ccefcc8" providerId="LiveId" clId="{47080A83-26F8-4914-9A3E-24FBD80579E0}" dt="2024-02-17T23:00:09.152" v="69" actId="34807"/>
          <ac:spMkLst>
            <pc:docMk/>
            <pc:sldMk cId="2308076412" sldId="277"/>
            <ac:spMk id="19" creationId="{5A0118C5-4F8D-4CF4-BADD-53FEACC6C42A}"/>
          </ac:spMkLst>
        </pc:spChg>
        <pc:spChg chg="add">
          <ac:chgData name="John Williams" userId="d96035812ccefcc8" providerId="LiveId" clId="{47080A83-26F8-4914-9A3E-24FBD80579E0}" dt="2024-02-17T23:00:09.152" v="69" actId="34807"/>
          <ac:spMkLst>
            <pc:docMk/>
            <pc:sldMk cId="2308076412" sldId="277"/>
            <ac:spMk id="25" creationId="{CAEBFCD5-5356-4326-8D39-8235A46CD7B2}"/>
          </ac:spMkLst>
        </pc:spChg>
        <pc:grpChg chg="add">
          <ac:chgData name="John Williams" userId="d96035812ccefcc8" providerId="LiveId" clId="{47080A83-26F8-4914-9A3E-24FBD80579E0}" dt="2024-02-17T23:00:09.152" v="69" actId="34807"/>
          <ac:grpSpMkLst>
            <pc:docMk/>
            <pc:sldMk cId="2308076412" sldId="277"/>
            <ac:grpSpMk id="10" creationId="{8997F1B7-1EE7-4EA5-A5A4-866F9A810C9F}"/>
          </ac:grpSpMkLst>
        </pc:grpChg>
        <pc:grpChg chg="add">
          <ac:chgData name="John Williams" userId="d96035812ccefcc8" providerId="LiveId" clId="{47080A83-26F8-4914-9A3E-24FBD80579E0}" dt="2024-02-17T23:00:09.152" v="69" actId="34807"/>
          <ac:grpSpMkLst>
            <pc:docMk/>
            <pc:sldMk cId="2308076412" sldId="277"/>
            <ac:grpSpMk id="21" creationId="{89C6B508-0B2C-4D80-99F6-BC8C9C69341A}"/>
          </ac:grpSpMkLst>
        </pc:grpChg>
        <pc:grpChg chg="add">
          <ac:chgData name="John Williams" userId="d96035812ccefcc8" providerId="LiveId" clId="{47080A83-26F8-4914-9A3E-24FBD80579E0}" dt="2024-02-17T23:00:09.152" v="69" actId="34807"/>
          <ac:grpSpMkLst>
            <pc:docMk/>
            <pc:sldMk cId="2308076412" sldId="277"/>
            <ac:grpSpMk id="27" creationId="{6B67BE95-96EF-433C-9F29-B0732AA6B6AC}"/>
          </ac:grpSpMkLst>
        </pc:grpChg>
        <pc:grpChg chg="add">
          <ac:chgData name="John Williams" userId="d96035812ccefcc8" providerId="LiveId" clId="{47080A83-26F8-4914-9A3E-24FBD80579E0}" dt="2024-02-17T23:00:09.152" v="69" actId="34807"/>
          <ac:grpSpMkLst>
            <pc:docMk/>
            <pc:sldMk cId="2308076412" sldId="277"/>
            <ac:grpSpMk id="31" creationId="{36C5CE76-F42E-4B75-84C4-A9B2C8CE8379}"/>
          </ac:grpSpMkLst>
        </pc:grpChg>
        <pc:grpChg chg="add">
          <ac:chgData name="John Williams" userId="d96035812ccefcc8" providerId="LiveId" clId="{47080A83-26F8-4914-9A3E-24FBD80579E0}" dt="2024-02-17T23:00:09.152" v="69" actId="34807"/>
          <ac:grpSpMkLst>
            <pc:docMk/>
            <pc:sldMk cId="2308076412" sldId="277"/>
            <ac:grpSpMk id="35" creationId="{D6E8B984-55B9-4A62-A043-997D00F0AE09}"/>
          </ac:grpSpMkLst>
        </pc:grpChg>
        <pc:grpChg chg="add">
          <ac:chgData name="John Williams" userId="d96035812ccefcc8" providerId="LiveId" clId="{47080A83-26F8-4914-9A3E-24FBD80579E0}" dt="2024-02-17T23:00:09.152" v="69" actId="34807"/>
          <ac:grpSpMkLst>
            <pc:docMk/>
            <pc:sldMk cId="2308076412" sldId="277"/>
            <ac:grpSpMk id="50" creationId="{DDFA5A3F-B050-4826-ACB4-F634DD12C7BC}"/>
          </ac:grpSpMkLst>
        </pc:grpChg>
        <pc:picChg chg="mod">
          <ac:chgData name="John Williams" userId="d96035812ccefcc8" providerId="LiveId" clId="{47080A83-26F8-4914-9A3E-24FBD80579E0}" dt="2024-02-17T23:00:09.152" v="69" actId="34807"/>
          <ac:picMkLst>
            <pc:docMk/>
            <pc:sldMk cId="2308076412" sldId="277"/>
            <ac:picMk id="5" creationId="{1466B0E6-D210-4034-9035-94A646751EA7}"/>
          </ac:picMkLst>
        </pc:picChg>
      </pc:sldChg>
      <pc:sldChg chg="addSp delSp modSp new mod setBg">
        <pc:chgData name="John Williams" userId="d96035812ccefcc8" providerId="LiveId" clId="{47080A83-26F8-4914-9A3E-24FBD80579E0}" dt="2024-02-19T19:29:23.287" v="2907" actId="255"/>
        <pc:sldMkLst>
          <pc:docMk/>
          <pc:sldMk cId="652044475" sldId="278"/>
        </pc:sldMkLst>
        <pc:spChg chg="mod">
          <ac:chgData name="John Williams" userId="d96035812ccefcc8" providerId="LiveId" clId="{47080A83-26F8-4914-9A3E-24FBD80579E0}" dt="2024-02-19T19:29:23.287" v="2907" actId="255"/>
          <ac:spMkLst>
            <pc:docMk/>
            <pc:sldMk cId="652044475" sldId="278"/>
            <ac:spMk id="2" creationId="{452C6306-5E52-62A3-C0CA-65E394CE960A}"/>
          </ac:spMkLst>
        </pc:spChg>
        <pc:spChg chg="add del mod">
          <ac:chgData name="John Williams" userId="d96035812ccefcc8" providerId="LiveId" clId="{47080A83-26F8-4914-9A3E-24FBD80579E0}" dt="2024-02-19T19:25:25.284" v="2866" actId="26606"/>
          <ac:spMkLst>
            <pc:docMk/>
            <pc:sldMk cId="652044475" sldId="278"/>
            <ac:spMk id="3" creationId="{73A1E62D-1A38-4378-CA41-FDAB707B4D38}"/>
          </ac:spMkLst>
        </pc:spChg>
        <pc:spChg chg="del mod">
          <ac:chgData name="John Williams" userId="d96035812ccefcc8" providerId="LiveId" clId="{47080A83-26F8-4914-9A3E-24FBD80579E0}" dt="2024-02-19T19:25:30.084" v="2867" actId="478"/>
          <ac:spMkLst>
            <pc:docMk/>
            <pc:sldMk cId="652044475" sldId="278"/>
            <ac:spMk id="4" creationId="{A7B33F08-2BCA-7B02-1F53-D7D1ADB82E30}"/>
          </ac:spMkLst>
        </pc:spChg>
        <pc:spChg chg="add del">
          <ac:chgData name="John Williams" userId="d96035812ccefcc8" providerId="LiveId" clId="{47080A83-26F8-4914-9A3E-24FBD80579E0}" dt="2024-02-19T19:27:32.509" v="2877" actId="26606"/>
          <ac:spMkLst>
            <pc:docMk/>
            <pc:sldMk cId="652044475" sldId="278"/>
            <ac:spMk id="22" creationId="{104332FF-8349-42A5-B5C8-5EE3825CE252}"/>
          </ac:spMkLst>
        </pc:spChg>
        <pc:spChg chg="add del">
          <ac:chgData name="John Williams" userId="d96035812ccefcc8" providerId="LiveId" clId="{47080A83-26F8-4914-9A3E-24FBD80579E0}" dt="2024-02-19T19:27:32.509" v="2877" actId="26606"/>
          <ac:spMkLst>
            <pc:docMk/>
            <pc:sldMk cId="652044475" sldId="278"/>
            <ac:spMk id="24" creationId="{5A0118C5-4F8D-4CF4-BADD-53FEACC6C42A}"/>
          </ac:spMkLst>
        </pc:spChg>
        <pc:spChg chg="add del">
          <ac:chgData name="John Williams" userId="d96035812ccefcc8" providerId="LiveId" clId="{47080A83-26F8-4914-9A3E-24FBD80579E0}" dt="2024-02-19T19:27:32.509" v="2877" actId="26606"/>
          <ac:spMkLst>
            <pc:docMk/>
            <pc:sldMk cId="652044475" sldId="278"/>
            <ac:spMk id="30" creationId="{CAEBFCD5-5356-4326-8D39-8235A46CD7B2}"/>
          </ac:spMkLst>
        </pc:spChg>
        <pc:spChg chg="add del">
          <ac:chgData name="John Williams" userId="d96035812ccefcc8" providerId="LiveId" clId="{47080A83-26F8-4914-9A3E-24FBD80579E0}" dt="2024-02-19T19:27:48.274" v="2880" actId="26606"/>
          <ac:spMkLst>
            <pc:docMk/>
            <pc:sldMk cId="652044475" sldId="278"/>
            <ac:spMk id="72" creationId="{104332FF-8349-42A5-B5C8-5EE3825CE252}"/>
          </ac:spMkLst>
        </pc:spChg>
        <pc:spChg chg="add del">
          <ac:chgData name="John Williams" userId="d96035812ccefcc8" providerId="LiveId" clId="{47080A83-26F8-4914-9A3E-24FBD80579E0}" dt="2024-02-19T19:27:48.274" v="2880" actId="26606"/>
          <ac:spMkLst>
            <pc:docMk/>
            <pc:sldMk cId="652044475" sldId="278"/>
            <ac:spMk id="74" creationId="{5A0118C5-4F8D-4CF4-BADD-53FEACC6C42A}"/>
          </ac:spMkLst>
        </pc:spChg>
        <pc:spChg chg="add del">
          <ac:chgData name="John Williams" userId="d96035812ccefcc8" providerId="LiveId" clId="{47080A83-26F8-4914-9A3E-24FBD80579E0}" dt="2024-02-19T19:27:48.274" v="2880" actId="26606"/>
          <ac:spMkLst>
            <pc:docMk/>
            <pc:sldMk cId="652044475" sldId="278"/>
            <ac:spMk id="76" creationId="{3C1D1FA3-6212-4B97-9B1E-C7F81247C2B9}"/>
          </ac:spMkLst>
        </pc:spChg>
        <pc:spChg chg="add del">
          <ac:chgData name="John Williams" userId="d96035812ccefcc8" providerId="LiveId" clId="{47080A83-26F8-4914-9A3E-24FBD80579E0}" dt="2024-02-19T19:27:48.274" v="2880" actId="26606"/>
          <ac:spMkLst>
            <pc:docMk/>
            <pc:sldMk cId="652044475" sldId="278"/>
            <ac:spMk id="78" creationId="{11C51958-04D4-4687-95A2-95DCDCF47464}"/>
          </ac:spMkLst>
        </pc:spChg>
        <pc:spChg chg="add del">
          <ac:chgData name="John Williams" userId="d96035812ccefcc8" providerId="LiveId" clId="{47080A83-26F8-4914-9A3E-24FBD80579E0}" dt="2024-02-19T19:27:48.274" v="2880" actId="26606"/>
          <ac:spMkLst>
            <pc:docMk/>
            <pc:sldMk cId="652044475" sldId="278"/>
            <ac:spMk id="80" creationId="{79AFCB35-9C04-4524-A0B1-57FF6865D013}"/>
          </ac:spMkLst>
        </pc:spChg>
        <pc:spChg chg="add del">
          <ac:chgData name="John Williams" userId="d96035812ccefcc8" providerId="LiveId" clId="{47080A83-26F8-4914-9A3E-24FBD80579E0}" dt="2024-02-19T19:27:48.274" v="2880" actId="26606"/>
          <ac:spMkLst>
            <pc:docMk/>
            <pc:sldMk cId="652044475" sldId="278"/>
            <ac:spMk id="82" creationId="{D11AD2AD-0BA0-4DD3-8EEA-84686A0E718C}"/>
          </ac:spMkLst>
        </pc:spChg>
        <pc:spChg chg="add">
          <ac:chgData name="John Williams" userId="d96035812ccefcc8" providerId="LiveId" clId="{47080A83-26F8-4914-9A3E-24FBD80579E0}" dt="2024-02-19T19:27:48.274" v="2880" actId="26606"/>
          <ac:spMkLst>
            <pc:docMk/>
            <pc:sldMk cId="652044475" sldId="278"/>
            <ac:spMk id="101" creationId="{104332FF-8349-42A5-B5C8-5EE3825CE252}"/>
          </ac:spMkLst>
        </pc:spChg>
        <pc:spChg chg="add">
          <ac:chgData name="John Williams" userId="d96035812ccefcc8" providerId="LiveId" clId="{47080A83-26F8-4914-9A3E-24FBD80579E0}" dt="2024-02-19T19:27:48.274" v="2880" actId="26606"/>
          <ac:spMkLst>
            <pc:docMk/>
            <pc:sldMk cId="652044475" sldId="278"/>
            <ac:spMk id="103" creationId="{5A0118C5-4F8D-4CF4-BADD-53FEACC6C42A}"/>
          </ac:spMkLst>
        </pc:spChg>
        <pc:spChg chg="add">
          <ac:chgData name="John Williams" userId="d96035812ccefcc8" providerId="LiveId" clId="{47080A83-26F8-4914-9A3E-24FBD80579E0}" dt="2024-02-19T19:27:48.274" v="2880" actId="26606"/>
          <ac:spMkLst>
            <pc:docMk/>
            <pc:sldMk cId="652044475" sldId="278"/>
            <ac:spMk id="105" creationId="{3C1D1FA3-6212-4B97-9B1E-C7F81247C2B9}"/>
          </ac:spMkLst>
        </pc:spChg>
        <pc:spChg chg="add">
          <ac:chgData name="John Williams" userId="d96035812ccefcc8" providerId="LiveId" clId="{47080A83-26F8-4914-9A3E-24FBD80579E0}" dt="2024-02-19T19:27:48.274" v="2880" actId="26606"/>
          <ac:spMkLst>
            <pc:docMk/>
            <pc:sldMk cId="652044475" sldId="278"/>
            <ac:spMk id="107" creationId="{11C51958-04D4-4687-95A2-95DCDCF47464}"/>
          </ac:spMkLst>
        </pc:spChg>
        <pc:spChg chg="add">
          <ac:chgData name="John Williams" userId="d96035812ccefcc8" providerId="LiveId" clId="{47080A83-26F8-4914-9A3E-24FBD80579E0}" dt="2024-02-19T19:27:48.274" v="2880" actId="26606"/>
          <ac:spMkLst>
            <pc:docMk/>
            <pc:sldMk cId="652044475" sldId="278"/>
            <ac:spMk id="109" creationId="{79AFCB35-9C04-4524-A0B1-57FF6865D013}"/>
          </ac:spMkLst>
        </pc:spChg>
        <pc:spChg chg="add">
          <ac:chgData name="John Williams" userId="d96035812ccefcc8" providerId="LiveId" clId="{47080A83-26F8-4914-9A3E-24FBD80579E0}" dt="2024-02-19T19:27:48.274" v="2880" actId="26606"/>
          <ac:spMkLst>
            <pc:docMk/>
            <pc:sldMk cId="652044475" sldId="278"/>
            <ac:spMk id="111" creationId="{D11AD2AD-0BA0-4DD3-8EEA-84686A0E718C}"/>
          </ac:spMkLst>
        </pc:spChg>
        <pc:grpChg chg="add del">
          <ac:chgData name="John Williams" userId="d96035812ccefcc8" providerId="LiveId" clId="{47080A83-26F8-4914-9A3E-24FBD80579E0}" dt="2024-02-19T19:27:32.509" v="2877" actId="26606"/>
          <ac:grpSpMkLst>
            <pc:docMk/>
            <pc:sldMk cId="652044475" sldId="278"/>
            <ac:grpSpMk id="15" creationId="{8997F1B7-1EE7-4EA5-A5A4-866F9A810C9F}"/>
          </ac:grpSpMkLst>
        </pc:grpChg>
        <pc:grpChg chg="add del">
          <ac:chgData name="John Williams" userId="d96035812ccefcc8" providerId="LiveId" clId="{47080A83-26F8-4914-9A3E-24FBD80579E0}" dt="2024-02-19T19:27:32.509" v="2877" actId="26606"/>
          <ac:grpSpMkLst>
            <pc:docMk/>
            <pc:sldMk cId="652044475" sldId="278"/>
            <ac:grpSpMk id="26" creationId="{134CC3FF-7AA4-46F4-8B24-2F9383D86DBD}"/>
          </ac:grpSpMkLst>
        </pc:grpChg>
        <pc:grpChg chg="add del">
          <ac:chgData name="John Williams" userId="d96035812ccefcc8" providerId="LiveId" clId="{47080A83-26F8-4914-9A3E-24FBD80579E0}" dt="2024-02-19T19:27:32.509" v="2877" actId="26606"/>
          <ac:grpSpMkLst>
            <pc:docMk/>
            <pc:sldMk cId="652044475" sldId="278"/>
            <ac:grpSpMk id="32" creationId="{5F2AA49C-5AC0-41C7-BFAF-74B8D8293C8F}"/>
          </ac:grpSpMkLst>
        </pc:grpChg>
        <pc:grpChg chg="add del">
          <ac:chgData name="John Williams" userId="d96035812ccefcc8" providerId="LiveId" clId="{47080A83-26F8-4914-9A3E-24FBD80579E0}" dt="2024-02-19T19:27:32.509" v="2877" actId="26606"/>
          <ac:grpSpMkLst>
            <pc:docMk/>
            <pc:sldMk cId="652044475" sldId="278"/>
            <ac:grpSpMk id="47" creationId="{BB32367D-C4F2-49D5-A586-298C7CA821B0}"/>
          </ac:grpSpMkLst>
        </pc:grpChg>
        <pc:grpChg chg="add del">
          <ac:chgData name="John Williams" userId="d96035812ccefcc8" providerId="LiveId" clId="{47080A83-26F8-4914-9A3E-24FBD80579E0}" dt="2024-02-19T19:27:48.274" v="2880" actId="26606"/>
          <ac:grpSpMkLst>
            <pc:docMk/>
            <pc:sldMk cId="652044475" sldId="278"/>
            <ac:grpSpMk id="65" creationId="{8997F1B7-1EE7-4EA5-A5A4-866F9A810C9F}"/>
          </ac:grpSpMkLst>
        </pc:grpChg>
        <pc:grpChg chg="add del">
          <ac:chgData name="John Williams" userId="d96035812ccefcc8" providerId="LiveId" clId="{47080A83-26F8-4914-9A3E-24FBD80579E0}" dt="2024-02-19T19:27:48.274" v="2880" actId="26606"/>
          <ac:grpSpMkLst>
            <pc:docMk/>
            <pc:sldMk cId="652044475" sldId="278"/>
            <ac:grpSpMk id="84" creationId="{0C156BF8-7FF7-440F-BE2B-417DFFE8BFA5}"/>
          </ac:grpSpMkLst>
        </pc:grpChg>
        <pc:grpChg chg="add">
          <ac:chgData name="John Williams" userId="d96035812ccefcc8" providerId="LiveId" clId="{47080A83-26F8-4914-9A3E-24FBD80579E0}" dt="2024-02-19T19:27:48.274" v="2880" actId="26606"/>
          <ac:grpSpMkLst>
            <pc:docMk/>
            <pc:sldMk cId="652044475" sldId="278"/>
            <ac:grpSpMk id="94" creationId="{8997F1B7-1EE7-4EA5-A5A4-866F9A810C9F}"/>
          </ac:grpSpMkLst>
        </pc:grpChg>
        <pc:grpChg chg="add">
          <ac:chgData name="John Williams" userId="d96035812ccefcc8" providerId="LiveId" clId="{47080A83-26F8-4914-9A3E-24FBD80579E0}" dt="2024-02-19T19:27:48.274" v="2880" actId="26606"/>
          <ac:grpSpMkLst>
            <pc:docMk/>
            <pc:sldMk cId="652044475" sldId="278"/>
            <ac:grpSpMk id="113" creationId="{0C156BF8-7FF7-440F-BE2B-417DFFE8BFA5}"/>
          </ac:grpSpMkLst>
        </pc:grpChg>
        <pc:graphicFrameChg chg="add del">
          <ac:chgData name="John Williams" userId="d96035812ccefcc8" providerId="LiveId" clId="{47080A83-26F8-4914-9A3E-24FBD80579E0}" dt="2024-02-19T19:25:23.536" v="2863" actId="26606"/>
          <ac:graphicFrameMkLst>
            <pc:docMk/>
            <pc:sldMk cId="652044475" sldId="278"/>
            <ac:graphicFrameMk id="6" creationId="{B99A3020-B53C-B0D8-C3A7-C6A64D9D84D4}"/>
          </ac:graphicFrameMkLst>
        </pc:graphicFrameChg>
        <pc:graphicFrameChg chg="add del">
          <ac:chgData name="John Williams" userId="d96035812ccefcc8" providerId="LiveId" clId="{47080A83-26F8-4914-9A3E-24FBD80579E0}" dt="2024-02-19T19:25:25.262" v="2865" actId="26606"/>
          <ac:graphicFrameMkLst>
            <pc:docMk/>
            <pc:sldMk cId="652044475" sldId="278"/>
            <ac:graphicFrameMk id="8" creationId="{01D7CEA4-C5A3-72F5-12DF-1471CAD300EB}"/>
          </ac:graphicFrameMkLst>
        </pc:graphicFrameChg>
        <pc:graphicFrameChg chg="add mod ord modGraphic">
          <ac:chgData name="John Williams" userId="d96035812ccefcc8" providerId="LiveId" clId="{47080A83-26F8-4914-9A3E-24FBD80579E0}" dt="2024-02-19T19:28:08.258" v="2886" actId="14100"/>
          <ac:graphicFrameMkLst>
            <pc:docMk/>
            <pc:sldMk cId="652044475" sldId="278"/>
            <ac:graphicFrameMk id="10" creationId="{D926FDB6-C6DB-15C8-8C81-4847D0AA9D0D}"/>
          </ac:graphicFrameMkLst>
        </pc:graphicFrameChg>
        <pc:picChg chg="add mod">
          <ac:chgData name="John Williams" userId="d96035812ccefcc8" providerId="LiveId" clId="{47080A83-26F8-4914-9A3E-24FBD80579E0}" dt="2024-02-19T19:28:51.073" v="2893" actId="1076"/>
          <ac:picMkLst>
            <pc:docMk/>
            <pc:sldMk cId="652044475" sldId="278"/>
            <ac:picMk id="7" creationId="{27C22D96-2896-001D-1023-A21DF9B08489}"/>
          </ac:picMkLst>
        </pc:picChg>
      </pc:sldChg>
      <pc:sldChg chg="addSp modSp add del mod setBg">
        <pc:chgData name="John Williams" userId="d96035812ccefcc8" providerId="LiveId" clId="{47080A83-26F8-4914-9A3E-24FBD80579E0}" dt="2024-02-18T19:56:59.163" v="76" actId="2696"/>
        <pc:sldMkLst>
          <pc:docMk/>
          <pc:sldMk cId="2904444266" sldId="278"/>
        </pc:sldMkLst>
        <pc:spChg chg="mod">
          <ac:chgData name="John Williams" userId="d96035812ccefcc8" providerId="LiveId" clId="{47080A83-26F8-4914-9A3E-24FBD80579E0}" dt="2024-02-17T23:01:00.261" v="71" actId="34807"/>
          <ac:spMkLst>
            <pc:docMk/>
            <pc:sldMk cId="2904444266" sldId="278"/>
            <ac:spMk id="2" creationId="{9D1688ED-19DC-2E10-082D-BD6A633622F7}"/>
          </ac:spMkLst>
        </pc:spChg>
        <pc:spChg chg="add">
          <ac:chgData name="John Williams" userId="d96035812ccefcc8" providerId="LiveId" clId="{47080A83-26F8-4914-9A3E-24FBD80579E0}" dt="2024-02-17T23:01:00.261" v="71" actId="34807"/>
          <ac:spMkLst>
            <pc:docMk/>
            <pc:sldMk cId="2904444266" sldId="278"/>
            <ac:spMk id="16" creationId="{7D6BF779-0B8C-4CC2-9268-9506AD0C5331}"/>
          </ac:spMkLst>
        </pc:spChg>
        <pc:spChg chg="add">
          <ac:chgData name="John Williams" userId="d96035812ccefcc8" providerId="LiveId" clId="{47080A83-26F8-4914-9A3E-24FBD80579E0}" dt="2024-02-17T23:01:00.261" v="71" actId="34807"/>
          <ac:spMkLst>
            <pc:docMk/>
            <pc:sldMk cId="2904444266" sldId="278"/>
            <ac:spMk id="18" creationId="{489B7BFD-8F45-4093-AD9C-91B15B0503D9}"/>
          </ac:spMkLst>
        </pc:spChg>
        <pc:spChg chg="add">
          <ac:chgData name="John Williams" userId="d96035812ccefcc8" providerId="LiveId" clId="{47080A83-26F8-4914-9A3E-24FBD80579E0}" dt="2024-02-17T23:01:00.261" v="71" actId="34807"/>
          <ac:spMkLst>
            <pc:docMk/>
            <pc:sldMk cId="2904444266" sldId="278"/>
            <ac:spMk id="20" creationId="{4D4C00DC-4DC6-4CD2-9E31-F17E6CEBC5A6}"/>
          </ac:spMkLst>
        </pc:spChg>
        <pc:spChg chg="add">
          <ac:chgData name="John Williams" userId="d96035812ccefcc8" providerId="LiveId" clId="{47080A83-26F8-4914-9A3E-24FBD80579E0}" dt="2024-02-17T23:01:00.261" v="71" actId="34807"/>
          <ac:spMkLst>
            <pc:docMk/>
            <pc:sldMk cId="2904444266" sldId="278"/>
            <ac:spMk id="22" creationId="{A499C65A-9B02-4D7F-BD68-CD38D880551F}"/>
          </ac:spMkLst>
        </pc:spChg>
        <pc:grpChg chg="add">
          <ac:chgData name="John Williams" userId="d96035812ccefcc8" providerId="LiveId" clId="{47080A83-26F8-4914-9A3E-24FBD80579E0}" dt="2024-02-17T23:01:00.261" v="71" actId="34807"/>
          <ac:grpSpMkLst>
            <pc:docMk/>
            <pc:sldMk cId="2904444266" sldId="278"/>
            <ac:grpSpMk id="9" creationId="{8A351602-3772-4279-B0D3-A523F6F6EAB3}"/>
          </ac:grpSpMkLst>
        </pc:grpChg>
        <pc:grpChg chg="add">
          <ac:chgData name="John Williams" userId="d96035812ccefcc8" providerId="LiveId" clId="{47080A83-26F8-4914-9A3E-24FBD80579E0}" dt="2024-02-17T23:01:00.261" v="71" actId="34807"/>
          <ac:grpSpMkLst>
            <pc:docMk/>
            <pc:sldMk cId="2904444266" sldId="278"/>
            <ac:grpSpMk id="24" creationId="{66FB5A75-BDE2-4F12-A95B-C48788A7685C}"/>
          </ac:grpSpMkLst>
        </pc:grpChg>
        <pc:grpChg chg="add">
          <ac:chgData name="John Williams" userId="d96035812ccefcc8" providerId="LiveId" clId="{47080A83-26F8-4914-9A3E-24FBD80579E0}" dt="2024-02-17T23:01:00.261" v="71" actId="34807"/>
          <ac:grpSpMkLst>
            <pc:docMk/>
            <pc:sldMk cId="2904444266" sldId="278"/>
            <ac:grpSpMk id="28" creationId="{1F4896D7-5AD0-4505-BCCD-82262CFEE2E1}"/>
          </ac:grpSpMkLst>
        </pc:grpChg>
        <pc:picChg chg="mod">
          <ac:chgData name="John Williams" userId="d96035812ccefcc8" providerId="LiveId" clId="{47080A83-26F8-4914-9A3E-24FBD80579E0}" dt="2024-02-17T23:01:00.261" v="71" actId="34807"/>
          <ac:picMkLst>
            <pc:docMk/>
            <pc:sldMk cId="2904444266" sldId="278"/>
            <ac:picMk id="4" creationId="{5A036F82-539D-4485-8213-E6DE913229C1}"/>
          </ac:picMkLst>
        </pc:picChg>
      </pc:sldChg>
      <pc:sldChg chg="addSp modSp add del mod setBg">
        <pc:chgData name="John Williams" userId="d96035812ccefcc8" providerId="LiveId" clId="{47080A83-26F8-4914-9A3E-24FBD80579E0}" dt="2024-02-18T21:57:27.535" v="2505" actId="2696"/>
        <pc:sldMkLst>
          <pc:docMk/>
          <pc:sldMk cId="4289020514" sldId="278"/>
        </pc:sldMkLst>
        <pc:spChg chg="mod">
          <ac:chgData name="John Williams" userId="d96035812ccefcc8" providerId="LiveId" clId="{47080A83-26F8-4914-9A3E-24FBD80579E0}" dt="2024-02-18T21:56:59.133" v="2504" actId="34807"/>
          <ac:spMkLst>
            <pc:docMk/>
            <pc:sldMk cId="4289020514" sldId="278"/>
            <ac:spMk id="2" creationId="{DF82E55C-9298-5106-B744-527CF6C0A933}"/>
          </ac:spMkLst>
        </pc:spChg>
        <pc:spChg chg="mod">
          <ac:chgData name="John Williams" userId="d96035812ccefcc8" providerId="LiveId" clId="{47080A83-26F8-4914-9A3E-24FBD80579E0}" dt="2024-02-18T21:56:59.133" v="2504" actId="34807"/>
          <ac:spMkLst>
            <pc:docMk/>
            <pc:sldMk cId="4289020514" sldId="278"/>
            <ac:spMk id="4" creationId="{D73F5F95-5E58-3701-9B98-D75BBD2F74B0}"/>
          </ac:spMkLst>
        </pc:spChg>
        <pc:spChg chg="add">
          <ac:chgData name="John Williams" userId="d96035812ccefcc8" providerId="LiveId" clId="{47080A83-26F8-4914-9A3E-24FBD80579E0}" dt="2024-02-18T21:56:59.133" v="2504" actId="34807"/>
          <ac:spMkLst>
            <pc:docMk/>
            <pc:sldMk cId="4289020514" sldId="278"/>
            <ac:spMk id="17" creationId="{104332FF-8349-42A5-B5C8-5EE3825CE252}"/>
          </ac:spMkLst>
        </pc:spChg>
        <pc:spChg chg="add">
          <ac:chgData name="John Williams" userId="d96035812ccefcc8" providerId="LiveId" clId="{47080A83-26F8-4914-9A3E-24FBD80579E0}" dt="2024-02-18T21:56:59.133" v="2504" actId="34807"/>
          <ac:spMkLst>
            <pc:docMk/>
            <pc:sldMk cId="4289020514" sldId="278"/>
            <ac:spMk id="19" creationId="{5A0118C5-4F8D-4CF4-BADD-53FEACC6C42A}"/>
          </ac:spMkLst>
        </pc:spChg>
        <pc:grpChg chg="add">
          <ac:chgData name="John Williams" userId="d96035812ccefcc8" providerId="LiveId" clId="{47080A83-26F8-4914-9A3E-24FBD80579E0}" dt="2024-02-18T21:56:59.133" v="2504" actId="34807"/>
          <ac:grpSpMkLst>
            <pc:docMk/>
            <pc:sldMk cId="4289020514" sldId="278"/>
            <ac:grpSpMk id="10" creationId="{8997F1B7-1EE7-4EA5-A5A4-866F9A810C9F}"/>
          </ac:grpSpMkLst>
        </pc:grpChg>
        <pc:grpChg chg="add">
          <ac:chgData name="John Williams" userId="d96035812ccefcc8" providerId="LiveId" clId="{47080A83-26F8-4914-9A3E-24FBD80579E0}" dt="2024-02-18T21:56:59.133" v="2504" actId="34807"/>
          <ac:grpSpMkLst>
            <pc:docMk/>
            <pc:sldMk cId="4289020514" sldId="278"/>
            <ac:grpSpMk id="21" creationId="{B894EFA8-F425-4D19-A94B-445388B31E20}"/>
          </ac:grpSpMkLst>
        </pc:grpChg>
        <pc:grpChg chg="add">
          <ac:chgData name="John Williams" userId="d96035812ccefcc8" providerId="LiveId" clId="{47080A83-26F8-4914-9A3E-24FBD80579E0}" dt="2024-02-18T21:56:59.133" v="2504" actId="34807"/>
          <ac:grpSpMkLst>
            <pc:docMk/>
            <pc:sldMk cId="4289020514" sldId="278"/>
            <ac:grpSpMk id="25" creationId="{C28CAB86-AA69-4EF8-A4E2-4E020497D0BB}"/>
          </ac:grpSpMkLst>
        </pc:grpChg>
        <pc:grpChg chg="add">
          <ac:chgData name="John Williams" userId="d96035812ccefcc8" providerId="LiveId" clId="{47080A83-26F8-4914-9A3E-24FBD80579E0}" dt="2024-02-18T21:56:59.133" v="2504" actId="34807"/>
          <ac:grpSpMkLst>
            <pc:docMk/>
            <pc:sldMk cId="4289020514" sldId="278"/>
            <ac:grpSpMk id="29" creationId="{582A903B-6B78-4F0A-B7C9-3D80499020B8}"/>
          </ac:grpSpMkLst>
        </pc:grpChg>
        <pc:grpChg chg="add">
          <ac:chgData name="John Williams" userId="d96035812ccefcc8" providerId="LiveId" clId="{47080A83-26F8-4914-9A3E-24FBD80579E0}" dt="2024-02-18T21:56:59.133" v="2504" actId="34807"/>
          <ac:grpSpMkLst>
            <pc:docMk/>
            <pc:sldMk cId="4289020514" sldId="278"/>
            <ac:grpSpMk id="36" creationId="{617CAA5F-37E3-4DF6-9DD0-68A40D21611B}"/>
          </ac:grpSpMkLst>
        </pc:grpChg>
        <pc:picChg chg="mod">
          <ac:chgData name="John Williams" userId="d96035812ccefcc8" providerId="LiveId" clId="{47080A83-26F8-4914-9A3E-24FBD80579E0}" dt="2024-02-18T21:56:59.133" v="2504" actId="34807"/>
          <ac:picMkLst>
            <pc:docMk/>
            <pc:sldMk cId="4289020514" sldId="278"/>
            <ac:picMk id="5" creationId="{6A7481B7-B65E-4C03-84B0-DDCA841671FE}"/>
          </ac:picMkLst>
        </pc:picChg>
      </pc:sldChg>
      <pc:sldChg chg="addSp modSp add del mod setBg">
        <pc:chgData name="John Williams" userId="d96035812ccefcc8" providerId="LiveId" clId="{47080A83-26F8-4914-9A3E-24FBD80579E0}" dt="2024-02-18T19:56:53.712" v="74" actId="2696"/>
        <pc:sldMkLst>
          <pc:docMk/>
          <pc:sldMk cId="3738858041" sldId="279"/>
        </pc:sldMkLst>
        <pc:spChg chg="mod ord">
          <ac:chgData name="John Williams" userId="d96035812ccefcc8" providerId="LiveId" clId="{47080A83-26F8-4914-9A3E-24FBD80579E0}" dt="2024-02-17T23:01:00.261" v="71" actId="34807"/>
          <ac:spMkLst>
            <pc:docMk/>
            <pc:sldMk cId="3738858041" sldId="279"/>
            <ac:spMk id="2" creationId="{CB4BFE6D-2C91-938C-0F55-77E0582F097E}"/>
          </ac:spMkLst>
        </pc:spChg>
        <pc:spChg chg="add">
          <ac:chgData name="John Williams" userId="d96035812ccefcc8" providerId="LiveId" clId="{47080A83-26F8-4914-9A3E-24FBD80579E0}" dt="2024-02-17T23:01:00.261" v="71" actId="34807"/>
          <ac:spMkLst>
            <pc:docMk/>
            <pc:sldMk cId="3738858041" sldId="279"/>
            <ac:spMk id="16" creationId="{7D6BF779-0B8C-4CC2-9268-9506AD0C5331}"/>
          </ac:spMkLst>
        </pc:spChg>
        <pc:spChg chg="add">
          <ac:chgData name="John Williams" userId="d96035812ccefcc8" providerId="LiveId" clId="{47080A83-26F8-4914-9A3E-24FBD80579E0}" dt="2024-02-17T23:01:00.261" v="71" actId="34807"/>
          <ac:spMkLst>
            <pc:docMk/>
            <pc:sldMk cId="3738858041" sldId="279"/>
            <ac:spMk id="18" creationId="{489B7BFD-8F45-4093-AD9C-91B15B0503D9}"/>
          </ac:spMkLst>
        </pc:spChg>
        <pc:spChg chg="add">
          <ac:chgData name="John Williams" userId="d96035812ccefcc8" providerId="LiveId" clId="{47080A83-26F8-4914-9A3E-24FBD80579E0}" dt="2024-02-17T23:01:00.261" v="71" actId="34807"/>
          <ac:spMkLst>
            <pc:docMk/>
            <pc:sldMk cId="3738858041" sldId="279"/>
            <ac:spMk id="20" creationId="{4E092522-F938-4947-B626-82848FF32AFF}"/>
          </ac:spMkLst>
        </pc:spChg>
        <pc:spChg chg="add">
          <ac:chgData name="John Williams" userId="d96035812ccefcc8" providerId="LiveId" clId="{47080A83-26F8-4914-9A3E-24FBD80579E0}" dt="2024-02-17T23:01:00.261" v="71" actId="34807"/>
          <ac:spMkLst>
            <pc:docMk/>
            <pc:sldMk cId="3738858041" sldId="279"/>
            <ac:spMk id="31" creationId="{20046D4B-EE93-4EAF-9717-C56B1E6814BD}"/>
          </ac:spMkLst>
        </pc:spChg>
        <pc:spChg chg="add">
          <ac:chgData name="John Williams" userId="d96035812ccefcc8" providerId="LiveId" clId="{47080A83-26F8-4914-9A3E-24FBD80579E0}" dt="2024-02-17T23:01:00.261" v="71" actId="34807"/>
          <ac:spMkLst>
            <pc:docMk/>
            <pc:sldMk cId="3738858041" sldId="279"/>
            <ac:spMk id="33" creationId="{9A3B4D80-4945-4E47-8FA7-BA0541CB6A97}"/>
          </ac:spMkLst>
        </pc:spChg>
        <pc:grpChg chg="add">
          <ac:chgData name="John Williams" userId="d96035812ccefcc8" providerId="LiveId" clId="{47080A83-26F8-4914-9A3E-24FBD80579E0}" dt="2024-02-17T23:01:00.261" v="71" actId="34807"/>
          <ac:grpSpMkLst>
            <pc:docMk/>
            <pc:sldMk cId="3738858041" sldId="279"/>
            <ac:grpSpMk id="9" creationId="{8A351602-3772-4279-B0D3-A523F6F6EAB3}"/>
          </ac:grpSpMkLst>
        </pc:grpChg>
        <pc:grpChg chg="add">
          <ac:chgData name="John Williams" userId="d96035812ccefcc8" providerId="LiveId" clId="{47080A83-26F8-4914-9A3E-24FBD80579E0}" dt="2024-02-17T23:01:00.261" v="71" actId="34807"/>
          <ac:grpSpMkLst>
            <pc:docMk/>
            <pc:sldMk cId="3738858041" sldId="279"/>
            <ac:grpSpMk id="22" creationId="{F3F5D407-83EF-4D7F-9DAF-4C3CEB778FD2}"/>
          </ac:grpSpMkLst>
        </pc:grpChg>
        <pc:grpChg chg="add">
          <ac:chgData name="John Williams" userId="d96035812ccefcc8" providerId="LiveId" clId="{47080A83-26F8-4914-9A3E-24FBD80579E0}" dt="2024-02-17T23:01:00.261" v="71" actId="34807"/>
          <ac:grpSpMkLst>
            <pc:docMk/>
            <pc:sldMk cId="3738858041" sldId="279"/>
            <ac:grpSpMk id="26" creationId="{D2539C73-C848-4608-957A-D6C016913919}"/>
          </ac:grpSpMkLst>
        </pc:grpChg>
        <pc:picChg chg="mod">
          <ac:chgData name="John Williams" userId="d96035812ccefcc8" providerId="LiveId" clId="{47080A83-26F8-4914-9A3E-24FBD80579E0}" dt="2024-02-17T23:01:00.261" v="71" actId="34807"/>
          <ac:picMkLst>
            <pc:docMk/>
            <pc:sldMk cId="3738858041" sldId="279"/>
            <ac:picMk id="4" creationId="{52F8D3EB-8BAA-4C9C-9693-B0C4D97545D0}"/>
          </ac:picMkLst>
        </pc:picChg>
      </pc:sldChg>
      <pc:sldChg chg="addSp modSp add del mod setBg">
        <pc:chgData name="John Williams" userId="d96035812ccefcc8" providerId="LiveId" clId="{47080A83-26F8-4914-9A3E-24FBD80579E0}" dt="2024-02-18T19:57:14.044" v="78" actId="2696"/>
        <pc:sldMkLst>
          <pc:docMk/>
          <pc:sldMk cId="4206105874" sldId="280"/>
        </pc:sldMkLst>
        <pc:spChg chg="mod">
          <ac:chgData name="John Williams" userId="d96035812ccefcc8" providerId="LiveId" clId="{47080A83-26F8-4914-9A3E-24FBD80579E0}" dt="2024-02-17T23:01:00.261" v="71" actId="34807"/>
          <ac:spMkLst>
            <pc:docMk/>
            <pc:sldMk cId="4206105874" sldId="280"/>
            <ac:spMk id="2" creationId="{E8B4BA97-EB38-C838-4E53-1AFAC0DEE0AA}"/>
          </ac:spMkLst>
        </pc:spChg>
        <pc:spChg chg="add">
          <ac:chgData name="John Williams" userId="d96035812ccefcc8" providerId="LiveId" clId="{47080A83-26F8-4914-9A3E-24FBD80579E0}" dt="2024-02-17T23:01:00.261" v="71" actId="34807"/>
          <ac:spMkLst>
            <pc:docMk/>
            <pc:sldMk cId="4206105874" sldId="280"/>
            <ac:spMk id="8" creationId="{6318E3D7-D816-35F0-610C-73F26CEF227B}"/>
          </ac:spMkLst>
        </pc:spChg>
        <pc:spChg chg="add">
          <ac:chgData name="John Williams" userId="d96035812ccefcc8" providerId="LiveId" clId="{47080A83-26F8-4914-9A3E-24FBD80579E0}" dt="2024-02-17T23:01:00.261" v="71" actId="34807"/>
          <ac:spMkLst>
            <pc:docMk/>
            <pc:sldMk cId="4206105874" sldId="280"/>
            <ac:spMk id="11" creationId="{5A0118C5-4F8D-4CF4-BADD-53FEACC6C42A}"/>
          </ac:spMkLst>
        </pc:spChg>
        <pc:spChg chg="add">
          <ac:chgData name="John Williams" userId="d96035812ccefcc8" providerId="LiveId" clId="{47080A83-26F8-4914-9A3E-24FBD80579E0}" dt="2024-02-17T23:01:00.261" v="71" actId="34807"/>
          <ac:spMkLst>
            <pc:docMk/>
            <pc:sldMk cId="4206105874" sldId="280"/>
            <ac:spMk id="13" creationId="{F98F79A4-A6C7-4101-B1E9-27E05CB7CFA0}"/>
          </ac:spMkLst>
        </pc:spChg>
        <pc:spChg chg="add">
          <ac:chgData name="John Williams" userId="d96035812ccefcc8" providerId="LiveId" clId="{47080A83-26F8-4914-9A3E-24FBD80579E0}" dt="2024-02-17T23:01:00.261" v="71" actId="34807"/>
          <ac:spMkLst>
            <pc:docMk/>
            <pc:sldMk cId="4206105874" sldId="280"/>
            <ac:spMk id="15" creationId="{79AFCB35-9C04-4524-A0B1-57FF6865D013}"/>
          </ac:spMkLst>
        </pc:spChg>
        <pc:spChg chg="add">
          <ac:chgData name="John Williams" userId="d96035812ccefcc8" providerId="LiveId" clId="{47080A83-26F8-4914-9A3E-24FBD80579E0}" dt="2024-02-17T23:01:00.261" v="71" actId="34807"/>
          <ac:spMkLst>
            <pc:docMk/>
            <pc:sldMk cId="4206105874" sldId="280"/>
            <ac:spMk id="17" creationId="{D11AD2AD-0BA0-4DD3-8EEA-84686A0E718C}"/>
          </ac:spMkLst>
        </pc:spChg>
        <pc:spChg chg="add">
          <ac:chgData name="John Williams" userId="d96035812ccefcc8" providerId="LiveId" clId="{47080A83-26F8-4914-9A3E-24FBD80579E0}" dt="2024-02-17T23:01:00.261" v="71" actId="34807"/>
          <ac:spMkLst>
            <pc:docMk/>
            <pc:sldMk cId="4206105874" sldId="280"/>
            <ac:spMk id="19" creationId="{83C8019B-3985-409B-9B87-494B974EE9A2}"/>
          </ac:spMkLst>
        </pc:spChg>
        <pc:spChg chg="add">
          <ac:chgData name="John Williams" userId="d96035812ccefcc8" providerId="LiveId" clId="{47080A83-26F8-4914-9A3E-24FBD80579E0}" dt="2024-02-17T23:01:00.261" v="71" actId="34807"/>
          <ac:spMkLst>
            <pc:docMk/>
            <pc:sldMk cId="4206105874" sldId="280"/>
            <ac:spMk id="21" creationId="{9E5C5460-229E-46C8-A712-CC317985420F}"/>
          </ac:spMkLst>
        </pc:spChg>
        <pc:spChg chg="add">
          <ac:chgData name="John Williams" userId="d96035812ccefcc8" providerId="LiveId" clId="{47080A83-26F8-4914-9A3E-24FBD80579E0}" dt="2024-02-17T23:01:00.261" v="71" actId="34807"/>
          <ac:spMkLst>
            <pc:docMk/>
            <pc:sldMk cId="4206105874" sldId="280"/>
            <ac:spMk id="23" creationId="{B85A4DB3-61AA-49A1-85A9-B3397CD519AB}"/>
          </ac:spMkLst>
        </pc:spChg>
        <pc:grpChg chg="add">
          <ac:chgData name="John Williams" userId="d96035812ccefcc8" providerId="LiveId" clId="{47080A83-26F8-4914-9A3E-24FBD80579E0}" dt="2024-02-17T23:01:00.261" v="71" actId="34807"/>
          <ac:grpSpMkLst>
            <pc:docMk/>
            <pc:sldMk cId="4206105874" sldId="280"/>
            <ac:grpSpMk id="25" creationId="{0C156BF8-7FF7-440F-BE2B-417DFFE8BFA5}"/>
          </ac:grpSpMkLst>
        </pc:grpChg>
        <pc:picChg chg="mod">
          <ac:chgData name="John Williams" userId="d96035812ccefcc8" providerId="LiveId" clId="{47080A83-26F8-4914-9A3E-24FBD80579E0}" dt="2024-02-17T23:01:00.261" v="71" actId="34807"/>
          <ac:picMkLst>
            <pc:docMk/>
            <pc:sldMk cId="4206105874" sldId="280"/>
            <ac:picMk id="4" creationId="{FCC19E4F-B46C-408C-AE1C-BE7E5A3A4868}"/>
          </ac:picMkLst>
        </pc:picChg>
      </pc:sldChg>
      <pc:sldChg chg="addSp modSp add del mod setBg">
        <pc:chgData name="John Williams" userId="d96035812ccefcc8" providerId="LiveId" clId="{47080A83-26F8-4914-9A3E-24FBD80579E0}" dt="2024-02-18T19:56:46.360" v="73" actId="2696"/>
        <pc:sldMkLst>
          <pc:docMk/>
          <pc:sldMk cId="719715869" sldId="281"/>
        </pc:sldMkLst>
        <pc:spChg chg="mod">
          <ac:chgData name="John Williams" userId="d96035812ccefcc8" providerId="LiveId" clId="{47080A83-26F8-4914-9A3E-24FBD80579E0}" dt="2024-02-17T23:01:00.261" v="71" actId="34807"/>
          <ac:spMkLst>
            <pc:docMk/>
            <pc:sldMk cId="719715869" sldId="281"/>
            <ac:spMk id="2" creationId="{FF58949B-C30A-9AA7-A32A-9D1F22AA61DD}"/>
          </ac:spMkLst>
        </pc:spChg>
        <pc:spChg chg="add">
          <ac:chgData name="John Williams" userId="d96035812ccefcc8" providerId="LiveId" clId="{47080A83-26F8-4914-9A3E-24FBD80579E0}" dt="2024-02-17T23:01:00.261" v="71" actId="34807"/>
          <ac:spMkLst>
            <pc:docMk/>
            <pc:sldMk cId="719715869" sldId="281"/>
            <ac:spMk id="16" creationId="{7D6BF779-0B8C-4CC2-9268-9506AD0C5331}"/>
          </ac:spMkLst>
        </pc:spChg>
        <pc:spChg chg="add">
          <ac:chgData name="John Williams" userId="d96035812ccefcc8" providerId="LiveId" clId="{47080A83-26F8-4914-9A3E-24FBD80579E0}" dt="2024-02-17T23:01:00.261" v="71" actId="34807"/>
          <ac:spMkLst>
            <pc:docMk/>
            <pc:sldMk cId="719715869" sldId="281"/>
            <ac:spMk id="18" creationId="{3A397E3E-B90C-4D82-BAAA-36F7AC6A4565}"/>
          </ac:spMkLst>
        </pc:spChg>
        <pc:spChg chg="add">
          <ac:chgData name="John Williams" userId="d96035812ccefcc8" providerId="LiveId" clId="{47080A83-26F8-4914-9A3E-24FBD80579E0}" dt="2024-02-17T23:01:00.261" v="71" actId="34807"/>
          <ac:spMkLst>
            <pc:docMk/>
            <pc:sldMk cId="719715869" sldId="281"/>
            <ac:spMk id="32" creationId="{90A7F83A-9728-4030-8E45-9ECF1ABCCC12}"/>
          </ac:spMkLst>
        </pc:spChg>
        <pc:spChg chg="add">
          <ac:chgData name="John Williams" userId="d96035812ccefcc8" providerId="LiveId" clId="{47080A83-26F8-4914-9A3E-24FBD80579E0}" dt="2024-02-17T23:01:00.261" v="71" actId="34807"/>
          <ac:spMkLst>
            <pc:docMk/>
            <pc:sldMk cId="719715869" sldId="281"/>
            <ac:spMk id="34" creationId="{A2B5CBEA-F125-49B6-8335-227C325B112B}"/>
          </ac:spMkLst>
        </pc:spChg>
        <pc:spChg chg="add">
          <ac:chgData name="John Williams" userId="d96035812ccefcc8" providerId="LiveId" clId="{47080A83-26F8-4914-9A3E-24FBD80579E0}" dt="2024-02-17T23:01:00.261" v="71" actId="34807"/>
          <ac:spMkLst>
            <pc:docMk/>
            <pc:sldMk cId="719715869" sldId="281"/>
            <ac:spMk id="36" creationId="{FEA9761C-7BB2-45E5-A5DB-A0B35362454A}"/>
          </ac:spMkLst>
        </pc:spChg>
        <pc:spChg chg="add">
          <ac:chgData name="John Williams" userId="d96035812ccefcc8" providerId="LiveId" clId="{47080A83-26F8-4914-9A3E-24FBD80579E0}" dt="2024-02-17T23:01:00.261" v="71" actId="34807"/>
          <ac:spMkLst>
            <pc:docMk/>
            <pc:sldMk cId="719715869" sldId="281"/>
            <ac:spMk id="38" creationId="{4D1A5E71-B6B6-486A-8CDC-C7ABD9B903F6}"/>
          </ac:spMkLst>
        </pc:spChg>
        <pc:spChg chg="add">
          <ac:chgData name="John Williams" userId="d96035812ccefcc8" providerId="LiveId" clId="{47080A83-26F8-4914-9A3E-24FBD80579E0}" dt="2024-02-17T23:01:00.261" v="71" actId="34807"/>
          <ac:spMkLst>
            <pc:docMk/>
            <pc:sldMk cId="719715869" sldId="281"/>
            <ac:spMk id="40" creationId="{8E44D629-6B8E-4D88-A77E-149C0ED03498}"/>
          </ac:spMkLst>
        </pc:spChg>
        <pc:grpChg chg="add">
          <ac:chgData name="John Williams" userId="d96035812ccefcc8" providerId="LiveId" clId="{47080A83-26F8-4914-9A3E-24FBD80579E0}" dt="2024-02-17T23:01:00.261" v="71" actId="34807"/>
          <ac:grpSpMkLst>
            <pc:docMk/>
            <pc:sldMk cId="719715869" sldId="281"/>
            <ac:grpSpMk id="9" creationId="{8A351602-3772-4279-B0D3-A523F6F6EAB3}"/>
          </ac:grpSpMkLst>
        </pc:grpChg>
        <pc:grpChg chg="add">
          <ac:chgData name="John Williams" userId="d96035812ccefcc8" providerId="LiveId" clId="{47080A83-26F8-4914-9A3E-24FBD80579E0}" dt="2024-02-17T23:01:00.261" v="71" actId="34807"/>
          <ac:grpSpMkLst>
            <pc:docMk/>
            <pc:sldMk cId="719715869" sldId="281"/>
            <ac:grpSpMk id="20" creationId="{0F0C2E5D-B08F-4A99-9D15-59D33148FE02}"/>
          </ac:grpSpMkLst>
        </pc:grpChg>
        <pc:grpChg chg="add">
          <ac:chgData name="John Williams" userId="d96035812ccefcc8" providerId="LiveId" clId="{47080A83-26F8-4914-9A3E-24FBD80579E0}" dt="2024-02-17T23:01:00.261" v="71" actId="34807"/>
          <ac:grpSpMkLst>
            <pc:docMk/>
            <pc:sldMk cId="719715869" sldId="281"/>
            <ac:grpSpMk id="28" creationId="{BB7A900B-006E-46F4-831E-5AABAEE45EE1}"/>
          </ac:grpSpMkLst>
        </pc:grpChg>
        <pc:grpChg chg="add">
          <ac:chgData name="John Williams" userId="d96035812ccefcc8" providerId="LiveId" clId="{47080A83-26F8-4914-9A3E-24FBD80579E0}" dt="2024-02-17T23:01:00.261" v="71" actId="34807"/>
          <ac:grpSpMkLst>
            <pc:docMk/>
            <pc:sldMk cId="719715869" sldId="281"/>
            <ac:grpSpMk id="42" creationId="{FB9739EB-7F66-433D-841F-AB3CD18700B7}"/>
          </ac:grpSpMkLst>
        </pc:grpChg>
        <pc:grpChg chg="add">
          <ac:chgData name="John Williams" userId="d96035812ccefcc8" providerId="LiveId" clId="{47080A83-26F8-4914-9A3E-24FBD80579E0}" dt="2024-02-17T23:01:00.261" v="71" actId="34807"/>
          <ac:grpSpMkLst>
            <pc:docMk/>
            <pc:sldMk cId="719715869" sldId="281"/>
            <ac:grpSpMk id="49" creationId="{8B6BCBAB-41A5-4D6D-8C9B-55E3AA6FCC21}"/>
          </ac:grpSpMkLst>
        </pc:grpChg>
        <pc:picChg chg="mod">
          <ac:chgData name="John Williams" userId="d96035812ccefcc8" providerId="LiveId" clId="{47080A83-26F8-4914-9A3E-24FBD80579E0}" dt="2024-02-17T23:01:00.261" v="71" actId="34807"/>
          <ac:picMkLst>
            <pc:docMk/>
            <pc:sldMk cId="719715869" sldId="281"/>
            <ac:picMk id="4" creationId="{1AA3E542-3AB2-4DE8-B7B2-B009FC354CD8}"/>
          </ac:picMkLst>
        </pc:picChg>
      </pc:sldChg>
      <pc:sldMasterChg chg="del delSldLayout">
        <pc:chgData name="John Williams" userId="d96035812ccefcc8" providerId="LiveId" clId="{47080A83-26F8-4914-9A3E-24FBD80579E0}" dt="2024-02-17T22:33:20.755" v="5" actId="26606"/>
        <pc:sldMasterMkLst>
          <pc:docMk/>
          <pc:sldMasterMk cId="2460954070" sldId="2147483660"/>
        </pc:sldMasterMkLst>
        <pc:sldLayoutChg chg="del">
          <pc:chgData name="John Williams" userId="d96035812ccefcc8" providerId="LiveId" clId="{47080A83-26F8-4914-9A3E-24FBD80579E0}" dt="2024-02-17T22:33:20.755" v="5" actId="26606"/>
          <pc:sldLayoutMkLst>
            <pc:docMk/>
            <pc:sldMasterMk cId="2460954070" sldId="2147483660"/>
            <pc:sldLayoutMk cId="2385387890" sldId="2147483661"/>
          </pc:sldLayoutMkLst>
        </pc:sldLayoutChg>
        <pc:sldLayoutChg chg="del">
          <pc:chgData name="John Williams" userId="d96035812ccefcc8" providerId="LiveId" clId="{47080A83-26F8-4914-9A3E-24FBD80579E0}" dt="2024-02-17T22:33:20.755" v="5" actId="26606"/>
          <pc:sldLayoutMkLst>
            <pc:docMk/>
            <pc:sldMasterMk cId="2460954070" sldId="2147483660"/>
            <pc:sldLayoutMk cId="949138452" sldId="2147483662"/>
          </pc:sldLayoutMkLst>
        </pc:sldLayoutChg>
        <pc:sldLayoutChg chg="del">
          <pc:chgData name="John Williams" userId="d96035812ccefcc8" providerId="LiveId" clId="{47080A83-26F8-4914-9A3E-24FBD80579E0}" dt="2024-02-17T22:33:20.755" v="5" actId="26606"/>
          <pc:sldLayoutMkLst>
            <pc:docMk/>
            <pc:sldMasterMk cId="2460954070" sldId="2147483660"/>
            <pc:sldLayoutMk cId="2591524520" sldId="2147483663"/>
          </pc:sldLayoutMkLst>
        </pc:sldLayoutChg>
        <pc:sldLayoutChg chg="del">
          <pc:chgData name="John Williams" userId="d96035812ccefcc8" providerId="LiveId" clId="{47080A83-26F8-4914-9A3E-24FBD80579E0}" dt="2024-02-17T22:33:20.755" v="5" actId="26606"/>
          <pc:sldLayoutMkLst>
            <pc:docMk/>
            <pc:sldMasterMk cId="2460954070" sldId="2147483660"/>
            <pc:sldLayoutMk cId="1203092039" sldId="2147483664"/>
          </pc:sldLayoutMkLst>
        </pc:sldLayoutChg>
        <pc:sldLayoutChg chg="del">
          <pc:chgData name="John Williams" userId="d96035812ccefcc8" providerId="LiveId" clId="{47080A83-26F8-4914-9A3E-24FBD80579E0}" dt="2024-02-17T22:33:20.755" v="5" actId="26606"/>
          <pc:sldLayoutMkLst>
            <pc:docMk/>
            <pc:sldMasterMk cId="2460954070" sldId="2147483660"/>
            <pc:sldLayoutMk cId="3733172339" sldId="2147483665"/>
          </pc:sldLayoutMkLst>
        </pc:sldLayoutChg>
        <pc:sldLayoutChg chg="del">
          <pc:chgData name="John Williams" userId="d96035812ccefcc8" providerId="LiveId" clId="{47080A83-26F8-4914-9A3E-24FBD80579E0}" dt="2024-02-17T22:33:20.755" v="5" actId="26606"/>
          <pc:sldLayoutMkLst>
            <pc:docMk/>
            <pc:sldMasterMk cId="2460954070" sldId="2147483660"/>
            <pc:sldLayoutMk cId="3210312558" sldId="2147483666"/>
          </pc:sldLayoutMkLst>
        </pc:sldLayoutChg>
        <pc:sldLayoutChg chg="del">
          <pc:chgData name="John Williams" userId="d96035812ccefcc8" providerId="LiveId" clId="{47080A83-26F8-4914-9A3E-24FBD80579E0}" dt="2024-02-17T22:33:20.755" v="5" actId="26606"/>
          <pc:sldLayoutMkLst>
            <pc:docMk/>
            <pc:sldMasterMk cId="2460954070" sldId="2147483660"/>
            <pc:sldLayoutMk cId="3146388984" sldId="2147483667"/>
          </pc:sldLayoutMkLst>
        </pc:sldLayoutChg>
        <pc:sldLayoutChg chg="del">
          <pc:chgData name="John Williams" userId="d96035812ccefcc8" providerId="LiveId" clId="{47080A83-26F8-4914-9A3E-24FBD80579E0}" dt="2024-02-17T22:33:20.755" v="5" actId="26606"/>
          <pc:sldLayoutMkLst>
            <pc:docMk/>
            <pc:sldMasterMk cId="2460954070" sldId="2147483660"/>
            <pc:sldLayoutMk cId="3171841454" sldId="2147483668"/>
          </pc:sldLayoutMkLst>
        </pc:sldLayoutChg>
        <pc:sldLayoutChg chg="del">
          <pc:chgData name="John Williams" userId="d96035812ccefcc8" providerId="LiveId" clId="{47080A83-26F8-4914-9A3E-24FBD80579E0}" dt="2024-02-17T22:33:20.755" v="5" actId="26606"/>
          <pc:sldLayoutMkLst>
            <pc:docMk/>
            <pc:sldMasterMk cId="2460954070" sldId="2147483660"/>
            <pc:sldLayoutMk cId="1718958274" sldId="2147483669"/>
          </pc:sldLayoutMkLst>
        </pc:sldLayoutChg>
        <pc:sldLayoutChg chg="del">
          <pc:chgData name="John Williams" userId="d96035812ccefcc8" providerId="LiveId" clId="{47080A83-26F8-4914-9A3E-24FBD80579E0}" dt="2024-02-17T22:33:20.755" v="5" actId="26606"/>
          <pc:sldLayoutMkLst>
            <pc:docMk/>
            <pc:sldMasterMk cId="2460954070" sldId="2147483660"/>
            <pc:sldLayoutMk cId="2202905451" sldId="2147483670"/>
          </pc:sldLayoutMkLst>
        </pc:sldLayoutChg>
        <pc:sldLayoutChg chg="del">
          <pc:chgData name="John Williams" userId="d96035812ccefcc8" providerId="LiveId" clId="{47080A83-26F8-4914-9A3E-24FBD80579E0}" dt="2024-02-17T22:33:20.755" v="5" actId="26606"/>
          <pc:sldLayoutMkLst>
            <pc:docMk/>
            <pc:sldMasterMk cId="2460954070" sldId="2147483660"/>
            <pc:sldLayoutMk cId="3479445657" sldId="2147483671"/>
          </pc:sldLayoutMkLst>
        </pc:sldLayoutChg>
      </pc:sldMasterChg>
      <pc:sldMasterChg chg="add addSldLayout">
        <pc:chgData name="John Williams" userId="d96035812ccefcc8" providerId="LiveId" clId="{47080A83-26F8-4914-9A3E-24FBD80579E0}" dt="2024-02-17T22:33:20.755" v="5" actId="26606"/>
        <pc:sldMasterMkLst>
          <pc:docMk/>
          <pc:sldMasterMk cId="1178781375" sldId="2147483698"/>
        </pc:sldMasterMkLst>
        <pc:sldLayoutChg chg="add">
          <pc:chgData name="John Williams" userId="d96035812ccefcc8" providerId="LiveId" clId="{47080A83-26F8-4914-9A3E-24FBD80579E0}" dt="2024-02-17T22:33:20.755" v="5" actId="26606"/>
          <pc:sldLayoutMkLst>
            <pc:docMk/>
            <pc:sldMasterMk cId="1178781375" sldId="2147483698"/>
            <pc:sldLayoutMk cId="2232878633" sldId="2147483687"/>
          </pc:sldLayoutMkLst>
        </pc:sldLayoutChg>
        <pc:sldLayoutChg chg="add">
          <pc:chgData name="John Williams" userId="d96035812ccefcc8" providerId="LiveId" clId="{47080A83-26F8-4914-9A3E-24FBD80579E0}" dt="2024-02-17T22:33:20.755" v="5" actId="26606"/>
          <pc:sldLayoutMkLst>
            <pc:docMk/>
            <pc:sldMasterMk cId="1178781375" sldId="2147483698"/>
            <pc:sldLayoutMk cId="2777550569" sldId="2147483688"/>
          </pc:sldLayoutMkLst>
        </pc:sldLayoutChg>
        <pc:sldLayoutChg chg="add">
          <pc:chgData name="John Williams" userId="d96035812ccefcc8" providerId="LiveId" clId="{47080A83-26F8-4914-9A3E-24FBD80579E0}" dt="2024-02-17T22:33:20.755" v="5" actId="26606"/>
          <pc:sldLayoutMkLst>
            <pc:docMk/>
            <pc:sldMasterMk cId="1178781375" sldId="2147483698"/>
            <pc:sldLayoutMk cId="26542852" sldId="2147483689"/>
          </pc:sldLayoutMkLst>
        </pc:sldLayoutChg>
        <pc:sldLayoutChg chg="add">
          <pc:chgData name="John Williams" userId="d96035812ccefcc8" providerId="LiveId" clId="{47080A83-26F8-4914-9A3E-24FBD80579E0}" dt="2024-02-17T22:33:20.755" v="5" actId="26606"/>
          <pc:sldLayoutMkLst>
            <pc:docMk/>
            <pc:sldMasterMk cId="1178781375" sldId="2147483698"/>
            <pc:sldLayoutMk cId="1425122360" sldId="2147483690"/>
          </pc:sldLayoutMkLst>
        </pc:sldLayoutChg>
        <pc:sldLayoutChg chg="add">
          <pc:chgData name="John Williams" userId="d96035812ccefcc8" providerId="LiveId" clId="{47080A83-26F8-4914-9A3E-24FBD80579E0}" dt="2024-02-17T22:33:20.755" v="5" actId="26606"/>
          <pc:sldLayoutMkLst>
            <pc:docMk/>
            <pc:sldMasterMk cId="1178781375" sldId="2147483698"/>
            <pc:sldLayoutMk cId="4178901533" sldId="2147483691"/>
          </pc:sldLayoutMkLst>
        </pc:sldLayoutChg>
        <pc:sldLayoutChg chg="add">
          <pc:chgData name="John Williams" userId="d96035812ccefcc8" providerId="LiveId" clId="{47080A83-26F8-4914-9A3E-24FBD80579E0}" dt="2024-02-17T22:33:20.755" v="5" actId="26606"/>
          <pc:sldLayoutMkLst>
            <pc:docMk/>
            <pc:sldMasterMk cId="1178781375" sldId="2147483698"/>
            <pc:sldLayoutMk cId="967675441" sldId="2147483692"/>
          </pc:sldLayoutMkLst>
        </pc:sldLayoutChg>
        <pc:sldLayoutChg chg="add">
          <pc:chgData name="John Williams" userId="d96035812ccefcc8" providerId="LiveId" clId="{47080A83-26F8-4914-9A3E-24FBD80579E0}" dt="2024-02-17T22:33:20.755" v="5" actId="26606"/>
          <pc:sldLayoutMkLst>
            <pc:docMk/>
            <pc:sldMasterMk cId="1178781375" sldId="2147483698"/>
            <pc:sldLayoutMk cId="1973094682" sldId="2147483693"/>
          </pc:sldLayoutMkLst>
        </pc:sldLayoutChg>
        <pc:sldLayoutChg chg="add">
          <pc:chgData name="John Williams" userId="d96035812ccefcc8" providerId="LiveId" clId="{47080A83-26F8-4914-9A3E-24FBD80579E0}" dt="2024-02-17T22:33:20.755" v="5" actId="26606"/>
          <pc:sldLayoutMkLst>
            <pc:docMk/>
            <pc:sldMasterMk cId="1178781375" sldId="2147483698"/>
            <pc:sldLayoutMk cId="2875504679" sldId="2147483694"/>
          </pc:sldLayoutMkLst>
        </pc:sldLayoutChg>
        <pc:sldLayoutChg chg="add">
          <pc:chgData name="John Williams" userId="d96035812ccefcc8" providerId="LiveId" clId="{47080A83-26F8-4914-9A3E-24FBD80579E0}" dt="2024-02-17T22:33:20.755" v="5" actId="26606"/>
          <pc:sldLayoutMkLst>
            <pc:docMk/>
            <pc:sldMasterMk cId="1178781375" sldId="2147483698"/>
            <pc:sldLayoutMk cId="3251468310" sldId="2147483695"/>
          </pc:sldLayoutMkLst>
        </pc:sldLayoutChg>
        <pc:sldLayoutChg chg="add">
          <pc:chgData name="John Williams" userId="d96035812ccefcc8" providerId="LiveId" clId="{47080A83-26F8-4914-9A3E-24FBD80579E0}" dt="2024-02-17T22:33:20.755" v="5" actId="26606"/>
          <pc:sldLayoutMkLst>
            <pc:docMk/>
            <pc:sldMasterMk cId="1178781375" sldId="2147483698"/>
            <pc:sldLayoutMk cId="3712598419" sldId="2147483696"/>
          </pc:sldLayoutMkLst>
        </pc:sldLayoutChg>
        <pc:sldLayoutChg chg="add">
          <pc:chgData name="John Williams" userId="d96035812ccefcc8" providerId="LiveId" clId="{47080A83-26F8-4914-9A3E-24FBD80579E0}" dt="2024-02-17T22:33:20.755" v="5" actId="26606"/>
          <pc:sldLayoutMkLst>
            <pc:docMk/>
            <pc:sldMasterMk cId="1178781375" sldId="2147483698"/>
            <pc:sldLayoutMk cId="2756720949" sldId="2147483697"/>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CC7D23-81AC-4A5A-BEFE-FA0472781528}" type="doc">
      <dgm:prSet loTypeId="urn:microsoft.com/office/officeart/2016/7/layout/BasicProcessNew" loCatId="process" qsTypeId="urn:microsoft.com/office/officeart/2005/8/quickstyle/simple2" qsCatId="simple" csTypeId="urn:microsoft.com/office/officeart/2005/8/colors/colorful1" csCatId="colorful"/>
      <dgm:spPr/>
      <dgm:t>
        <a:bodyPr/>
        <a:lstStyle/>
        <a:p>
          <a:endParaRPr lang="en-US"/>
        </a:p>
      </dgm:t>
    </dgm:pt>
    <dgm:pt modelId="{68F8C935-F1B5-4CC5-BDA8-0A6A8FE07A01}">
      <dgm:prSet/>
      <dgm:spPr/>
      <dgm:t>
        <a:bodyPr/>
        <a:lstStyle/>
        <a:p>
          <a:r>
            <a:rPr lang="en-US" b="1" i="0"/>
            <a:t>Shared Vision and Values:</a:t>
          </a:r>
          <a:endParaRPr lang="en-US"/>
        </a:p>
      </dgm:t>
    </dgm:pt>
    <dgm:pt modelId="{6957A133-5BD4-4004-B72D-E15E92BDAC28}" type="parTrans" cxnId="{EC9EF8EB-655D-41F3-8961-5AFB93941CC7}">
      <dgm:prSet/>
      <dgm:spPr/>
      <dgm:t>
        <a:bodyPr/>
        <a:lstStyle/>
        <a:p>
          <a:endParaRPr lang="en-US"/>
        </a:p>
      </dgm:t>
    </dgm:pt>
    <dgm:pt modelId="{0AA311A4-885F-4728-AFDF-44962FB36517}" type="sibTrans" cxnId="{EC9EF8EB-655D-41F3-8961-5AFB93941CC7}">
      <dgm:prSet/>
      <dgm:spPr/>
      <dgm:t>
        <a:bodyPr/>
        <a:lstStyle/>
        <a:p>
          <a:endParaRPr lang="en-US"/>
        </a:p>
      </dgm:t>
    </dgm:pt>
    <dgm:pt modelId="{DA34B09B-6413-448B-B14A-B79A05DE75B5}">
      <dgm:prSet/>
      <dgm:spPr/>
      <dgm:t>
        <a:bodyPr/>
        <a:lstStyle/>
        <a:p>
          <a:r>
            <a:rPr lang="en-US" b="0" i="0"/>
            <a:t>Embrace our collective mission to defend data integrity and patient privacy. Our values of vigilance, responsibility, and continuous improvement are the pillars of our cybersecurity culture.</a:t>
          </a:r>
          <a:endParaRPr lang="en-US"/>
        </a:p>
      </dgm:t>
    </dgm:pt>
    <dgm:pt modelId="{6D87DA77-CF54-4C91-AACE-2BEBF3162D1E}" type="parTrans" cxnId="{A5758B96-8240-450F-8E2E-197E644B4F87}">
      <dgm:prSet/>
      <dgm:spPr/>
      <dgm:t>
        <a:bodyPr/>
        <a:lstStyle/>
        <a:p>
          <a:endParaRPr lang="en-US"/>
        </a:p>
      </dgm:t>
    </dgm:pt>
    <dgm:pt modelId="{1BEA24B2-13FC-4EC4-AC5F-72BA3EB97734}" type="sibTrans" cxnId="{A5758B96-8240-450F-8E2E-197E644B4F87}">
      <dgm:prSet/>
      <dgm:spPr/>
      <dgm:t>
        <a:bodyPr/>
        <a:lstStyle/>
        <a:p>
          <a:endParaRPr lang="en-US"/>
        </a:p>
      </dgm:t>
    </dgm:pt>
    <dgm:pt modelId="{5D7C1BB7-5A25-4489-96BF-68E1248CFAE1}">
      <dgm:prSet/>
      <dgm:spPr/>
      <dgm:t>
        <a:bodyPr/>
        <a:lstStyle/>
        <a:p>
          <a:r>
            <a:rPr lang="en-US" b="1" i="0"/>
            <a:t>Training and Engagement:</a:t>
          </a:r>
          <a:endParaRPr lang="en-US"/>
        </a:p>
      </dgm:t>
    </dgm:pt>
    <dgm:pt modelId="{745E431A-37E1-4FD2-B375-11D282FA997E}" type="parTrans" cxnId="{9A35D39B-F81E-4F4D-8FFC-DE64881F8F11}">
      <dgm:prSet/>
      <dgm:spPr/>
      <dgm:t>
        <a:bodyPr/>
        <a:lstStyle/>
        <a:p>
          <a:endParaRPr lang="en-US"/>
        </a:p>
      </dgm:t>
    </dgm:pt>
    <dgm:pt modelId="{82C0A20B-918F-4955-AB19-B3E8832B6971}" type="sibTrans" cxnId="{9A35D39B-F81E-4F4D-8FFC-DE64881F8F11}">
      <dgm:prSet/>
      <dgm:spPr/>
      <dgm:t>
        <a:bodyPr/>
        <a:lstStyle/>
        <a:p>
          <a:endParaRPr lang="en-US"/>
        </a:p>
      </dgm:t>
    </dgm:pt>
    <dgm:pt modelId="{7391257E-6CDC-4CF1-8A41-7C7DD991D993}">
      <dgm:prSet/>
      <dgm:spPr/>
      <dgm:t>
        <a:bodyPr/>
        <a:lstStyle/>
        <a:p>
          <a:r>
            <a:rPr lang="en-US" b="0" i="0"/>
            <a:t>Engage in regular, dynamic training sessions. These are not just for compliance but for empowerment, equipping you with the latest in cyber defense.</a:t>
          </a:r>
          <a:endParaRPr lang="en-US"/>
        </a:p>
      </dgm:t>
    </dgm:pt>
    <dgm:pt modelId="{7E0B3C79-32F8-4C10-BB36-BB756B61B49B}" type="parTrans" cxnId="{E89EE371-78BF-44C3-B044-1B377987F43C}">
      <dgm:prSet/>
      <dgm:spPr/>
      <dgm:t>
        <a:bodyPr/>
        <a:lstStyle/>
        <a:p>
          <a:endParaRPr lang="en-US"/>
        </a:p>
      </dgm:t>
    </dgm:pt>
    <dgm:pt modelId="{844E7E4C-E856-439B-A346-3115467826F0}" type="sibTrans" cxnId="{E89EE371-78BF-44C3-B044-1B377987F43C}">
      <dgm:prSet/>
      <dgm:spPr/>
      <dgm:t>
        <a:bodyPr/>
        <a:lstStyle/>
        <a:p>
          <a:endParaRPr lang="en-US"/>
        </a:p>
      </dgm:t>
    </dgm:pt>
    <dgm:pt modelId="{58F29AA2-EF57-40B0-A7E5-9BF3181CA87A}">
      <dgm:prSet/>
      <dgm:spPr/>
      <dgm:t>
        <a:bodyPr/>
        <a:lstStyle/>
        <a:p>
          <a:r>
            <a:rPr lang="en-US" b="1" i="0" dirty="0"/>
            <a:t>Open Communication:</a:t>
          </a:r>
          <a:endParaRPr lang="en-US" dirty="0"/>
        </a:p>
      </dgm:t>
    </dgm:pt>
    <dgm:pt modelId="{8E08FA51-F0E7-444B-BC45-B9A45C5D283D}" type="parTrans" cxnId="{17568D49-F228-441A-BC00-8FE905210951}">
      <dgm:prSet/>
      <dgm:spPr/>
      <dgm:t>
        <a:bodyPr/>
        <a:lstStyle/>
        <a:p>
          <a:endParaRPr lang="en-US"/>
        </a:p>
      </dgm:t>
    </dgm:pt>
    <dgm:pt modelId="{91BF0C9B-762B-4448-B89F-51C3E9ED787A}" type="sibTrans" cxnId="{17568D49-F228-441A-BC00-8FE905210951}">
      <dgm:prSet/>
      <dgm:spPr/>
      <dgm:t>
        <a:bodyPr/>
        <a:lstStyle/>
        <a:p>
          <a:endParaRPr lang="en-US"/>
        </a:p>
      </dgm:t>
    </dgm:pt>
    <dgm:pt modelId="{65F37FCA-727C-4043-A35F-E0B09ACF3E38}">
      <dgm:prSet/>
      <dgm:spPr/>
      <dgm:t>
        <a:bodyPr/>
        <a:lstStyle/>
        <a:p>
          <a:r>
            <a:rPr lang="en-US" b="0" i="0" dirty="0"/>
            <a:t>Foster an environment where questions and concerns about security are welcomed and addressed promptly. Transparency is key to trust and collective security.</a:t>
          </a:r>
          <a:endParaRPr lang="en-US" dirty="0"/>
        </a:p>
      </dgm:t>
    </dgm:pt>
    <dgm:pt modelId="{99DB15F9-6D48-41B5-A7E4-DA2A791D9EE0}" type="parTrans" cxnId="{8A04D251-18FC-4BDC-B2D1-18B9845AA4ED}">
      <dgm:prSet/>
      <dgm:spPr/>
      <dgm:t>
        <a:bodyPr/>
        <a:lstStyle/>
        <a:p>
          <a:endParaRPr lang="en-US"/>
        </a:p>
      </dgm:t>
    </dgm:pt>
    <dgm:pt modelId="{5611BBA2-62FA-46D3-8B81-E2CB04820AE0}" type="sibTrans" cxnId="{8A04D251-18FC-4BDC-B2D1-18B9845AA4ED}">
      <dgm:prSet/>
      <dgm:spPr/>
      <dgm:t>
        <a:bodyPr/>
        <a:lstStyle/>
        <a:p>
          <a:endParaRPr lang="en-US"/>
        </a:p>
      </dgm:t>
    </dgm:pt>
    <dgm:pt modelId="{A77946D4-76E2-48CF-980C-6F0AA5DA6E13}">
      <dgm:prSet/>
      <dgm:spPr/>
      <dgm:t>
        <a:bodyPr/>
        <a:lstStyle/>
        <a:p>
          <a:r>
            <a:rPr lang="en-US" b="1" i="0"/>
            <a:t>Recognition and Reinforcement:</a:t>
          </a:r>
          <a:endParaRPr lang="en-US"/>
        </a:p>
      </dgm:t>
    </dgm:pt>
    <dgm:pt modelId="{C8F021B7-37ED-4DC3-9605-3186644BB9B5}" type="parTrans" cxnId="{8C26649A-4E29-49AE-ACBC-723EA91669D9}">
      <dgm:prSet/>
      <dgm:spPr/>
      <dgm:t>
        <a:bodyPr/>
        <a:lstStyle/>
        <a:p>
          <a:endParaRPr lang="en-US"/>
        </a:p>
      </dgm:t>
    </dgm:pt>
    <dgm:pt modelId="{29D1B91D-CBD7-44E9-9C1E-F1100089BDA4}" type="sibTrans" cxnId="{8C26649A-4E29-49AE-ACBC-723EA91669D9}">
      <dgm:prSet/>
      <dgm:spPr/>
      <dgm:t>
        <a:bodyPr/>
        <a:lstStyle/>
        <a:p>
          <a:endParaRPr lang="en-US"/>
        </a:p>
      </dgm:t>
    </dgm:pt>
    <dgm:pt modelId="{CADA3302-4100-4A9D-81D7-73EE6C921998}">
      <dgm:prSet/>
      <dgm:spPr/>
      <dgm:t>
        <a:bodyPr/>
        <a:lstStyle/>
        <a:p>
          <a:r>
            <a:rPr lang="en-US" b="0" i="0"/>
            <a:t>Celebrate those who exemplify excellent security practices. Recognition reinforces the importance of every individual's actions.</a:t>
          </a:r>
          <a:endParaRPr lang="en-US"/>
        </a:p>
      </dgm:t>
    </dgm:pt>
    <dgm:pt modelId="{037E72D1-8A26-4EE6-97D1-A82209F80900}" type="parTrans" cxnId="{7ECAE80B-A7F9-4FA3-8E62-057C178B4D75}">
      <dgm:prSet/>
      <dgm:spPr/>
      <dgm:t>
        <a:bodyPr/>
        <a:lstStyle/>
        <a:p>
          <a:endParaRPr lang="en-US"/>
        </a:p>
      </dgm:t>
    </dgm:pt>
    <dgm:pt modelId="{224BF5A5-0CA5-4A7B-84C4-EF4CD19FDB40}" type="sibTrans" cxnId="{7ECAE80B-A7F9-4FA3-8E62-057C178B4D75}">
      <dgm:prSet/>
      <dgm:spPr/>
      <dgm:t>
        <a:bodyPr/>
        <a:lstStyle/>
        <a:p>
          <a:endParaRPr lang="en-US"/>
        </a:p>
      </dgm:t>
    </dgm:pt>
    <dgm:pt modelId="{2A6C27C6-740C-46DE-A8E3-58A144EB66BF}">
      <dgm:prSet/>
      <dgm:spPr/>
      <dgm:t>
        <a:bodyPr/>
        <a:lstStyle/>
        <a:p>
          <a:r>
            <a:rPr lang="en-US" b="1" i="0" dirty="0"/>
            <a:t>Continuous Collaboration:</a:t>
          </a:r>
          <a:endParaRPr lang="en-US" dirty="0"/>
        </a:p>
      </dgm:t>
    </dgm:pt>
    <dgm:pt modelId="{8540DD45-AE28-4D6D-A04B-F60275B023BC}" type="parTrans" cxnId="{A015B988-5287-4C44-9A1D-8FA83D830142}">
      <dgm:prSet/>
      <dgm:spPr/>
      <dgm:t>
        <a:bodyPr/>
        <a:lstStyle/>
        <a:p>
          <a:endParaRPr lang="en-US"/>
        </a:p>
      </dgm:t>
    </dgm:pt>
    <dgm:pt modelId="{FDF7A52A-D149-4F86-B737-9CC1097E1338}" type="sibTrans" cxnId="{A015B988-5287-4C44-9A1D-8FA83D830142}">
      <dgm:prSet/>
      <dgm:spPr/>
      <dgm:t>
        <a:bodyPr/>
        <a:lstStyle/>
        <a:p>
          <a:endParaRPr lang="en-US"/>
        </a:p>
      </dgm:t>
    </dgm:pt>
    <dgm:pt modelId="{E68B71D0-A696-4533-AED5-AD1ABA25ABBB}">
      <dgm:prSet/>
      <dgm:spPr/>
      <dgm:t>
        <a:bodyPr/>
        <a:lstStyle/>
        <a:p>
          <a:r>
            <a:rPr lang="en-US" b="0" i="0" dirty="0"/>
            <a:t>Security is teamwork. Collaborate, share best practices, and support each other to maintain a strong security posture.</a:t>
          </a:r>
          <a:endParaRPr lang="en-US" dirty="0"/>
        </a:p>
      </dgm:t>
    </dgm:pt>
    <dgm:pt modelId="{8DCA29C6-4EA0-4A96-A2FF-DB37C21A5DAA}" type="parTrans" cxnId="{D29C70B9-EC56-475D-872E-FBF404CEEB62}">
      <dgm:prSet/>
      <dgm:spPr/>
      <dgm:t>
        <a:bodyPr/>
        <a:lstStyle/>
        <a:p>
          <a:endParaRPr lang="en-US"/>
        </a:p>
      </dgm:t>
    </dgm:pt>
    <dgm:pt modelId="{F1EE5556-0AA1-48D2-B9D1-8638ACA14985}" type="sibTrans" cxnId="{D29C70B9-EC56-475D-872E-FBF404CEEB62}">
      <dgm:prSet/>
      <dgm:spPr/>
      <dgm:t>
        <a:bodyPr/>
        <a:lstStyle/>
        <a:p>
          <a:endParaRPr lang="en-US"/>
        </a:p>
      </dgm:t>
    </dgm:pt>
    <dgm:pt modelId="{F186569A-5C6D-4581-938F-9BF01A182C6B}" type="pres">
      <dgm:prSet presAssocID="{FACC7D23-81AC-4A5A-BEFE-FA0472781528}" presName="Name0" presStyleCnt="0">
        <dgm:presLayoutVars>
          <dgm:dir/>
          <dgm:resizeHandles val="exact"/>
        </dgm:presLayoutVars>
      </dgm:prSet>
      <dgm:spPr/>
    </dgm:pt>
    <dgm:pt modelId="{D493FB97-F884-41BA-AE7F-9F36703E2EC6}" type="pres">
      <dgm:prSet presAssocID="{68F8C935-F1B5-4CC5-BDA8-0A6A8FE07A01}" presName="node" presStyleLbl="node1" presStyleIdx="0" presStyleCnt="9">
        <dgm:presLayoutVars>
          <dgm:bulletEnabled val="1"/>
        </dgm:presLayoutVars>
      </dgm:prSet>
      <dgm:spPr/>
    </dgm:pt>
    <dgm:pt modelId="{5D81B140-E376-4E2F-882E-51C519345324}" type="pres">
      <dgm:prSet presAssocID="{0AA311A4-885F-4728-AFDF-44962FB36517}" presName="sibTransSpacerBeforeConnector" presStyleCnt="0"/>
      <dgm:spPr/>
    </dgm:pt>
    <dgm:pt modelId="{9BCB2BAF-8A0F-4A4C-B6ED-4292F9AE5942}" type="pres">
      <dgm:prSet presAssocID="{0AA311A4-885F-4728-AFDF-44962FB36517}" presName="sibTrans" presStyleLbl="node1" presStyleIdx="1" presStyleCnt="9"/>
      <dgm:spPr/>
    </dgm:pt>
    <dgm:pt modelId="{C79EB541-DD8F-4927-B955-645196EF979D}" type="pres">
      <dgm:prSet presAssocID="{0AA311A4-885F-4728-AFDF-44962FB36517}" presName="sibTransSpacerAfterConnector" presStyleCnt="0"/>
      <dgm:spPr/>
    </dgm:pt>
    <dgm:pt modelId="{9FC24AAD-9074-4D34-ACBA-A45B65C8FBF1}" type="pres">
      <dgm:prSet presAssocID="{5D7C1BB7-5A25-4489-96BF-68E1248CFAE1}" presName="node" presStyleLbl="node1" presStyleIdx="2" presStyleCnt="9">
        <dgm:presLayoutVars>
          <dgm:bulletEnabled val="1"/>
        </dgm:presLayoutVars>
      </dgm:prSet>
      <dgm:spPr/>
    </dgm:pt>
    <dgm:pt modelId="{055FFFC6-A72E-42F2-94C5-32A313E52560}" type="pres">
      <dgm:prSet presAssocID="{82C0A20B-918F-4955-AB19-B3E8832B6971}" presName="sibTransSpacerBeforeConnector" presStyleCnt="0"/>
      <dgm:spPr/>
    </dgm:pt>
    <dgm:pt modelId="{FF1A00DF-E1AE-4DFB-9F45-6DC120B02DD4}" type="pres">
      <dgm:prSet presAssocID="{82C0A20B-918F-4955-AB19-B3E8832B6971}" presName="sibTrans" presStyleLbl="node1" presStyleIdx="3" presStyleCnt="9"/>
      <dgm:spPr/>
    </dgm:pt>
    <dgm:pt modelId="{B3B3CD3B-EED0-4692-B884-DF5825F2B0C5}" type="pres">
      <dgm:prSet presAssocID="{82C0A20B-918F-4955-AB19-B3E8832B6971}" presName="sibTransSpacerAfterConnector" presStyleCnt="0"/>
      <dgm:spPr/>
    </dgm:pt>
    <dgm:pt modelId="{1668EF37-3A57-4184-987D-2E62B9AD36B9}" type="pres">
      <dgm:prSet presAssocID="{58F29AA2-EF57-40B0-A7E5-9BF3181CA87A}" presName="node" presStyleLbl="node1" presStyleIdx="4" presStyleCnt="9">
        <dgm:presLayoutVars>
          <dgm:bulletEnabled val="1"/>
        </dgm:presLayoutVars>
      </dgm:prSet>
      <dgm:spPr/>
    </dgm:pt>
    <dgm:pt modelId="{F8454340-E060-445F-8549-6EE7890425D7}" type="pres">
      <dgm:prSet presAssocID="{91BF0C9B-762B-4448-B89F-51C3E9ED787A}" presName="sibTransSpacerBeforeConnector" presStyleCnt="0"/>
      <dgm:spPr/>
    </dgm:pt>
    <dgm:pt modelId="{4D4140B8-26D9-45C0-B473-E7F3FE984577}" type="pres">
      <dgm:prSet presAssocID="{91BF0C9B-762B-4448-B89F-51C3E9ED787A}" presName="sibTrans" presStyleLbl="node1" presStyleIdx="5" presStyleCnt="9"/>
      <dgm:spPr/>
    </dgm:pt>
    <dgm:pt modelId="{5E90D092-B489-4923-8A5F-F6425EA5637E}" type="pres">
      <dgm:prSet presAssocID="{91BF0C9B-762B-4448-B89F-51C3E9ED787A}" presName="sibTransSpacerAfterConnector" presStyleCnt="0"/>
      <dgm:spPr/>
    </dgm:pt>
    <dgm:pt modelId="{AECF33A1-A11B-4D71-B6A2-1087299E1975}" type="pres">
      <dgm:prSet presAssocID="{A77946D4-76E2-48CF-980C-6F0AA5DA6E13}" presName="node" presStyleLbl="node1" presStyleIdx="6" presStyleCnt="9">
        <dgm:presLayoutVars>
          <dgm:bulletEnabled val="1"/>
        </dgm:presLayoutVars>
      </dgm:prSet>
      <dgm:spPr/>
    </dgm:pt>
    <dgm:pt modelId="{CA82E8EE-90B7-49F5-AB91-F4127D9D2CD3}" type="pres">
      <dgm:prSet presAssocID="{29D1B91D-CBD7-44E9-9C1E-F1100089BDA4}" presName="sibTransSpacerBeforeConnector" presStyleCnt="0"/>
      <dgm:spPr/>
    </dgm:pt>
    <dgm:pt modelId="{0F5C38E0-146F-423D-AC7B-BF546A25D8F8}" type="pres">
      <dgm:prSet presAssocID="{29D1B91D-CBD7-44E9-9C1E-F1100089BDA4}" presName="sibTrans" presStyleLbl="node1" presStyleIdx="7" presStyleCnt="9"/>
      <dgm:spPr/>
    </dgm:pt>
    <dgm:pt modelId="{6E9F122C-B38F-41B4-ACBA-65092FE91EF6}" type="pres">
      <dgm:prSet presAssocID="{29D1B91D-CBD7-44E9-9C1E-F1100089BDA4}" presName="sibTransSpacerAfterConnector" presStyleCnt="0"/>
      <dgm:spPr/>
    </dgm:pt>
    <dgm:pt modelId="{66927CE4-E1ED-4A1C-89F3-1F22DA057DB1}" type="pres">
      <dgm:prSet presAssocID="{2A6C27C6-740C-46DE-A8E3-58A144EB66BF}" presName="node" presStyleLbl="node1" presStyleIdx="8" presStyleCnt="9">
        <dgm:presLayoutVars>
          <dgm:bulletEnabled val="1"/>
        </dgm:presLayoutVars>
      </dgm:prSet>
      <dgm:spPr/>
    </dgm:pt>
  </dgm:ptLst>
  <dgm:cxnLst>
    <dgm:cxn modelId="{7ECAE80B-A7F9-4FA3-8E62-057C178B4D75}" srcId="{A77946D4-76E2-48CF-980C-6F0AA5DA6E13}" destId="{CADA3302-4100-4A9D-81D7-73EE6C921998}" srcOrd="0" destOrd="0" parTransId="{037E72D1-8A26-4EE6-97D1-A82209F80900}" sibTransId="{224BF5A5-0CA5-4A7B-84C4-EF4CD19FDB40}"/>
    <dgm:cxn modelId="{A16BB51B-73B9-47DD-8642-1D18BA12C34E}" type="presOf" srcId="{5D7C1BB7-5A25-4489-96BF-68E1248CFAE1}" destId="{9FC24AAD-9074-4D34-ACBA-A45B65C8FBF1}" srcOrd="0" destOrd="0" presId="urn:microsoft.com/office/officeart/2016/7/layout/BasicProcessNew"/>
    <dgm:cxn modelId="{45A25E1C-BA0A-4B40-AF6B-BC258AD1E0BB}" type="presOf" srcId="{65F37FCA-727C-4043-A35F-E0B09ACF3E38}" destId="{1668EF37-3A57-4184-987D-2E62B9AD36B9}" srcOrd="0" destOrd="1" presId="urn:microsoft.com/office/officeart/2016/7/layout/BasicProcessNew"/>
    <dgm:cxn modelId="{A5B18F22-EB68-41F9-AE98-575DC856ABBF}" type="presOf" srcId="{A77946D4-76E2-48CF-980C-6F0AA5DA6E13}" destId="{AECF33A1-A11B-4D71-B6A2-1087299E1975}" srcOrd="0" destOrd="0" presId="urn:microsoft.com/office/officeart/2016/7/layout/BasicProcessNew"/>
    <dgm:cxn modelId="{44EBB52B-7A4C-4853-86EA-ADD65B1AC696}" type="presOf" srcId="{82C0A20B-918F-4955-AB19-B3E8832B6971}" destId="{FF1A00DF-E1AE-4DFB-9F45-6DC120B02DD4}" srcOrd="0" destOrd="0" presId="urn:microsoft.com/office/officeart/2016/7/layout/BasicProcessNew"/>
    <dgm:cxn modelId="{17568D49-F228-441A-BC00-8FE905210951}" srcId="{FACC7D23-81AC-4A5A-BEFE-FA0472781528}" destId="{58F29AA2-EF57-40B0-A7E5-9BF3181CA87A}" srcOrd="2" destOrd="0" parTransId="{8E08FA51-F0E7-444B-BC45-B9A45C5D283D}" sibTransId="{91BF0C9B-762B-4448-B89F-51C3E9ED787A}"/>
    <dgm:cxn modelId="{8A04D251-18FC-4BDC-B2D1-18B9845AA4ED}" srcId="{58F29AA2-EF57-40B0-A7E5-9BF3181CA87A}" destId="{65F37FCA-727C-4043-A35F-E0B09ACF3E38}" srcOrd="0" destOrd="0" parTransId="{99DB15F9-6D48-41B5-A7E4-DA2A791D9EE0}" sibTransId="{5611BBA2-62FA-46D3-8B81-E2CB04820AE0}"/>
    <dgm:cxn modelId="{EA5B1562-5F83-45FA-95DA-1EF7A7224B8D}" type="presOf" srcId="{29D1B91D-CBD7-44E9-9C1E-F1100089BDA4}" destId="{0F5C38E0-146F-423D-AC7B-BF546A25D8F8}" srcOrd="0" destOrd="0" presId="urn:microsoft.com/office/officeart/2016/7/layout/BasicProcessNew"/>
    <dgm:cxn modelId="{98ECD869-14E8-45D4-9D51-05E94CB039AF}" type="presOf" srcId="{2A6C27C6-740C-46DE-A8E3-58A144EB66BF}" destId="{66927CE4-E1ED-4A1C-89F3-1F22DA057DB1}" srcOrd="0" destOrd="0" presId="urn:microsoft.com/office/officeart/2016/7/layout/BasicProcessNew"/>
    <dgm:cxn modelId="{9D91056A-0F5E-447F-A330-B022D3559E87}" type="presOf" srcId="{58F29AA2-EF57-40B0-A7E5-9BF3181CA87A}" destId="{1668EF37-3A57-4184-987D-2E62B9AD36B9}" srcOrd="0" destOrd="0" presId="urn:microsoft.com/office/officeart/2016/7/layout/BasicProcessNew"/>
    <dgm:cxn modelId="{8FCEF86A-39AC-4056-80B8-4A3543BFBD52}" type="presOf" srcId="{0AA311A4-885F-4728-AFDF-44962FB36517}" destId="{9BCB2BAF-8A0F-4A4C-B6ED-4292F9AE5942}" srcOrd="0" destOrd="0" presId="urn:microsoft.com/office/officeart/2016/7/layout/BasicProcessNew"/>
    <dgm:cxn modelId="{E89EE371-78BF-44C3-B044-1B377987F43C}" srcId="{5D7C1BB7-5A25-4489-96BF-68E1248CFAE1}" destId="{7391257E-6CDC-4CF1-8A41-7C7DD991D993}" srcOrd="0" destOrd="0" parTransId="{7E0B3C79-32F8-4C10-BB36-BB756B61B49B}" sibTransId="{844E7E4C-E856-439B-A346-3115467826F0}"/>
    <dgm:cxn modelId="{E4FF2F79-6351-4763-9C84-B15517091279}" type="presOf" srcId="{7391257E-6CDC-4CF1-8A41-7C7DD991D993}" destId="{9FC24AAD-9074-4D34-ACBA-A45B65C8FBF1}" srcOrd="0" destOrd="1" presId="urn:microsoft.com/office/officeart/2016/7/layout/BasicProcessNew"/>
    <dgm:cxn modelId="{A015B988-5287-4C44-9A1D-8FA83D830142}" srcId="{FACC7D23-81AC-4A5A-BEFE-FA0472781528}" destId="{2A6C27C6-740C-46DE-A8E3-58A144EB66BF}" srcOrd="4" destOrd="0" parTransId="{8540DD45-AE28-4D6D-A04B-F60275B023BC}" sibTransId="{FDF7A52A-D149-4F86-B737-9CC1097E1338}"/>
    <dgm:cxn modelId="{B5A63694-7A54-4D17-B5B9-D8AAD3A78E6D}" type="presOf" srcId="{CADA3302-4100-4A9D-81D7-73EE6C921998}" destId="{AECF33A1-A11B-4D71-B6A2-1087299E1975}" srcOrd="0" destOrd="1" presId="urn:microsoft.com/office/officeart/2016/7/layout/BasicProcessNew"/>
    <dgm:cxn modelId="{A5758B96-8240-450F-8E2E-197E644B4F87}" srcId="{68F8C935-F1B5-4CC5-BDA8-0A6A8FE07A01}" destId="{DA34B09B-6413-448B-B14A-B79A05DE75B5}" srcOrd="0" destOrd="0" parTransId="{6D87DA77-CF54-4C91-AACE-2BEBF3162D1E}" sibTransId="{1BEA24B2-13FC-4EC4-AC5F-72BA3EB97734}"/>
    <dgm:cxn modelId="{8C26649A-4E29-49AE-ACBC-723EA91669D9}" srcId="{FACC7D23-81AC-4A5A-BEFE-FA0472781528}" destId="{A77946D4-76E2-48CF-980C-6F0AA5DA6E13}" srcOrd="3" destOrd="0" parTransId="{C8F021B7-37ED-4DC3-9605-3186644BB9B5}" sibTransId="{29D1B91D-CBD7-44E9-9C1E-F1100089BDA4}"/>
    <dgm:cxn modelId="{9A35D39B-F81E-4F4D-8FFC-DE64881F8F11}" srcId="{FACC7D23-81AC-4A5A-BEFE-FA0472781528}" destId="{5D7C1BB7-5A25-4489-96BF-68E1248CFAE1}" srcOrd="1" destOrd="0" parTransId="{745E431A-37E1-4FD2-B375-11D282FA997E}" sibTransId="{82C0A20B-918F-4955-AB19-B3E8832B6971}"/>
    <dgm:cxn modelId="{DF4855B4-C6D1-4791-9BE3-5D78C021C149}" type="presOf" srcId="{DA34B09B-6413-448B-B14A-B79A05DE75B5}" destId="{D493FB97-F884-41BA-AE7F-9F36703E2EC6}" srcOrd="0" destOrd="1" presId="urn:microsoft.com/office/officeart/2016/7/layout/BasicProcessNew"/>
    <dgm:cxn modelId="{D29C70B9-EC56-475D-872E-FBF404CEEB62}" srcId="{2A6C27C6-740C-46DE-A8E3-58A144EB66BF}" destId="{E68B71D0-A696-4533-AED5-AD1ABA25ABBB}" srcOrd="0" destOrd="0" parTransId="{8DCA29C6-4EA0-4A96-A2FF-DB37C21A5DAA}" sibTransId="{F1EE5556-0AA1-48D2-B9D1-8638ACA14985}"/>
    <dgm:cxn modelId="{CB21DBC0-6420-4674-84C4-37640717631B}" type="presOf" srcId="{FACC7D23-81AC-4A5A-BEFE-FA0472781528}" destId="{F186569A-5C6D-4581-938F-9BF01A182C6B}" srcOrd="0" destOrd="0" presId="urn:microsoft.com/office/officeart/2016/7/layout/BasicProcessNew"/>
    <dgm:cxn modelId="{B866D4C2-907D-4D3A-B6E4-DAB5320357F4}" type="presOf" srcId="{68F8C935-F1B5-4CC5-BDA8-0A6A8FE07A01}" destId="{D493FB97-F884-41BA-AE7F-9F36703E2EC6}" srcOrd="0" destOrd="0" presId="urn:microsoft.com/office/officeart/2016/7/layout/BasicProcessNew"/>
    <dgm:cxn modelId="{21EF70DE-1237-4BA0-AA0D-7618AC59B75E}" type="presOf" srcId="{91BF0C9B-762B-4448-B89F-51C3E9ED787A}" destId="{4D4140B8-26D9-45C0-B473-E7F3FE984577}" srcOrd="0" destOrd="0" presId="urn:microsoft.com/office/officeart/2016/7/layout/BasicProcessNew"/>
    <dgm:cxn modelId="{FE4BB0DF-180A-42CB-9A02-A394C924B3DF}" type="presOf" srcId="{E68B71D0-A696-4533-AED5-AD1ABA25ABBB}" destId="{66927CE4-E1ED-4A1C-89F3-1F22DA057DB1}" srcOrd="0" destOrd="1" presId="urn:microsoft.com/office/officeart/2016/7/layout/BasicProcessNew"/>
    <dgm:cxn modelId="{EC9EF8EB-655D-41F3-8961-5AFB93941CC7}" srcId="{FACC7D23-81AC-4A5A-BEFE-FA0472781528}" destId="{68F8C935-F1B5-4CC5-BDA8-0A6A8FE07A01}" srcOrd="0" destOrd="0" parTransId="{6957A133-5BD4-4004-B72D-E15E92BDAC28}" sibTransId="{0AA311A4-885F-4728-AFDF-44962FB36517}"/>
    <dgm:cxn modelId="{90F0B8F9-65A4-4EE0-8A4C-1B0EA34C91DC}" type="presParOf" srcId="{F186569A-5C6D-4581-938F-9BF01A182C6B}" destId="{D493FB97-F884-41BA-AE7F-9F36703E2EC6}" srcOrd="0" destOrd="0" presId="urn:microsoft.com/office/officeart/2016/7/layout/BasicProcessNew"/>
    <dgm:cxn modelId="{307F0C09-7A22-4CA4-B2CE-D1809B0D5803}" type="presParOf" srcId="{F186569A-5C6D-4581-938F-9BF01A182C6B}" destId="{5D81B140-E376-4E2F-882E-51C519345324}" srcOrd="1" destOrd="0" presId="urn:microsoft.com/office/officeart/2016/7/layout/BasicProcessNew"/>
    <dgm:cxn modelId="{FF33E2D7-76AC-469D-8B0D-74CE0A354CFF}" type="presParOf" srcId="{F186569A-5C6D-4581-938F-9BF01A182C6B}" destId="{9BCB2BAF-8A0F-4A4C-B6ED-4292F9AE5942}" srcOrd="2" destOrd="0" presId="urn:microsoft.com/office/officeart/2016/7/layout/BasicProcessNew"/>
    <dgm:cxn modelId="{3CC2DE77-F7E8-4810-AE6A-9FDD08DBBAA5}" type="presParOf" srcId="{F186569A-5C6D-4581-938F-9BF01A182C6B}" destId="{C79EB541-DD8F-4927-B955-645196EF979D}" srcOrd="3" destOrd="0" presId="urn:microsoft.com/office/officeart/2016/7/layout/BasicProcessNew"/>
    <dgm:cxn modelId="{E5F091F4-406D-4B30-9FD9-39C68E9C2C58}" type="presParOf" srcId="{F186569A-5C6D-4581-938F-9BF01A182C6B}" destId="{9FC24AAD-9074-4D34-ACBA-A45B65C8FBF1}" srcOrd="4" destOrd="0" presId="urn:microsoft.com/office/officeart/2016/7/layout/BasicProcessNew"/>
    <dgm:cxn modelId="{96245903-5980-4947-95B3-E87E77299715}" type="presParOf" srcId="{F186569A-5C6D-4581-938F-9BF01A182C6B}" destId="{055FFFC6-A72E-42F2-94C5-32A313E52560}" srcOrd="5" destOrd="0" presId="urn:microsoft.com/office/officeart/2016/7/layout/BasicProcessNew"/>
    <dgm:cxn modelId="{7545C0CB-4925-47CF-9B51-712CB728D294}" type="presParOf" srcId="{F186569A-5C6D-4581-938F-9BF01A182C6B}" destId="{FF1A00DF-E1AE-4DFB-9F45-6DC120B02DD4}" srcOrd="6" destOrd="0" presId="urn:microsoft.com/office/officeart/2016/7/layout/BasicProcessNew"/>
    <dgm:cxn modelId="{CCE8F74C-B14E-4904-9A67-2508AA14E08F}" type="presParOf" srcId="{F186569A-5C6D-4581-938F-9BF01A182C6B}" destId="{B3B3CD3B-EED0-4692-B884-DF5825F2B0C5}" srcOrd="7" destOrd="0" presId="urn:microsoft.com/office/officeart/2016/7/layout/BasicProcessNew"/>
    <dgm:cxn modelId="{35E1A316-79B8-4EE5-9464-B38DA0E4707E}" type="presParOf" srcId="{F186569A-5C6D-4581-938F-9BF01A182C6B}" destId="{1668EF37-3A57-4184-987D-2E62B9AD36B9}" srcOrd="8" destOrd="0" presId="urn:microsoft.com/office/officeart/2016/7/layout/BasicProcessNew"/>
    <dgm:cxn modelId="{DB5130E6-90C8-4A0A-86E6-88BF39034282}" type="presParOf" srcId="{F186569A-5C6D-4581-938F-9BF01A182C6B}" destId="{F8454340-E060-445F-8549-6EE7890425D7}" srcOrd="9" destOrd="0" presId="urn:microsoft.com/office/officeart/2016/7/layout/BasicProcessNew"/>
    <dgm:cxn modelId="{6926FABE-B408-461D-87EB-17324C5D3723}" type="presParOf" srcId="{F186569A-5C6D-4581-938F-9BF01A182C6B}" destId="{4D4140B8-26D9-45C0-B473-E7F3FE984577}" srcOrd="10" destOrd="0" presId="urn:microsoft.com/office/officeart/2016/7/layout/BasicProcessNew"/>
    <dgm:cxn modelId="{4C345F2F-6C16-481C-BDC0-1692C2E99A8A}" type="presParOf" srcId="{F186569A-5C6D-4581-938F-9BF01A182C6B}" destId="{5E90D092-B489-4923-8A5F-F6425EA5637E}" srcOrd="11" destOrd="0" presId="urn:microsoft.com/office/officeart/2016/7/layout/BasicProcessNew"/>
    <dgm:cxn modelId="{735AF882-92EC-4E2B-B93A-006B34571589}" type="presParOf" srcId="{F186569A-5C6D-4581-938F-9BF01A182C6B}" destId="{AECF33A1-A11B-4D71-B6A2-1087299E1975}" srcOrd="12" destOrd="0" presId="urn:microsoft.com/office/officeart/2016/7/layout/BasicProcessNew"/>
    <dgm:cxn modelId="{68D2C933-5BA5-41A8-B87F-94B8C5094B19}" type="presParOf" srcId="{F186569A-5C6D-4581-938F-9BF01A182C6B}" destId="{CA82E8EE-90B7-49F5-AB91-F4127D9D2CD3}" srcOrd="13" destOrd="0" presId="urn:microsoft.com/office/officeart/2016/7/layout/BasicProcessNew"/>
    <dgm:cxn modelId="{9967937A-0681-4485-8E5F-A464D920C8F7}" type="presParOf" srcId="{F186569A-5C6D-4581-938F-9BF01A182C6B}" destId="{0F5C38E0-146F-423D-AC7B-BF546A25D8F8}" srcOrd="14" destOrd="0" presId="urn:microsoft.com/office/officeart/2016/7/layout/BasicProcessNew"/>
    <dgm:cxn modelId="{81B65E5B-C47B-4EEC-A5EE-5F17D4BCACEE}" type="presParOf" srcId="{F186569A-5C6D-4581-938F-9BF01A182C6B}" destId="{6E9F122C-B38F-41B4-ACBA-65092FE91EF6}" srcOrd="15" destOrd="0" presId="urn:microsoft.com/office/officeart/2016/7/layout/BasicProcessNew"/>
    <dgm:cxn modelId="{81A7E88C-B5FB-43C6-9351-FB97C489B620}" type="presParOf" srcId="{F186569A-5C6D-4581-938F-9BF01A182C6B}" destId="{66927CE4-E1ED-4A1C-89F3-1F22DA057DB1}" srcOrd="16" destOrd="0" presId="urn:microsoft.com/office/officeart/2016/7/layout/BasicProcessNew"/>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93FB97-F884-41BA-AE7F-9F36703E2EC6}">
      <dsp:nvSpPr>
        <dsp:cNvPr id="0" name=""/>
        <dsp:cNvSpPr/>
      </dsp:nvSpPr>
      <dsp:spPr>
        <a:xfrm>
          <a:off x="1136" y="939820"/>
          <a:ext cx="1342622" cy="2265675"/>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488950">
            <a:lnSpc>
              <a:spcPct val="90000"/>
            </a:lnSpc>
            <a:spcBef>
              <a:spcPct val="0"/>
            </a:spcBef>
            <a:spcAft>
              <a:spcPct val="35000"/>
            </a:spcAft>
            <a:buNone/>
          </a:pPr>
          <a:r>
            <a:rPr lang="en-US" sz="1100" b="1" i="0" kern="1200"/>
            <a:t>Shared Vision and Values:</a:t>
          </a:r>
          <a:endParaRPr lang="en-US" sz="1100" kern="1200"/>
        </a:p>
        <a:p>
          <a:pPr marL="57150" lvl="1" indent="-57150" algn="l" defTabSz="400050">
            <a:lnSpc>
              <a:spcPct val="90000"/>
            </a:lnSpc>
            <a:spcBef>
              <a:spcPct val="0"/>
            </a:spcBef>
            <a:spcAft>
              <a:spcPct val="15000"/>
            </a:spcAft>
            <a:buChar char="•"/>
          </a:pPr>
          <a:r>
            <a:rPr lang="en-US" sz="900" b="0" i="0" kern="1200"/>
            <a:t>Embrace our collective mission to defend data integrity and patient privacy. Our values of vigilance, responsibility, and continuous improvement are the pillars of our cybersecurity culture.</a:t>
          </a:r>
          <a:endParaRPr lang="en-US" sz="900" kern="1200"/>
        </a:p>
      </dsp:txBody>
      <dsp:txXfrm>
        <a:off x="1136" y="939820"/>
        <a:ext cx="1342622" cy="2265675"/>
      </dsp:txXfrm>
    </dsp:sp>
    <dsp:sp modelId="{9BCB2BAF-8A0F-4A4C-B6ED-4292F9AE5942}">
      <dsp:nvSpPr>
        <dsp:cNvPr id="0" name=""/>
        <dsp:cNvSpPr/>
      </dsp:nvSpPr>
      <dsp:spPr>
        <a:xfrm>
          <a:off x="1371840" y="1951158"/>
          <a:ext cx="201393" cy="243000"/>
        </a:xfrm>
        <a:prstGeom prst="rightArrow">
          <a:avLst>
            <a:gd name="adj1" fmla="val 50000"/>
            <a:gd name="adj2" fmla="val 5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9FC24AAD-9074-4D34-ACBA-A45B65C8FBF1}">
      <dsp:nvSpPr>
        <dsp:cNvPr id="0" name=""/>
        <dsp:cNvSpPr/>
      </dsp:nvSpPr>
      <dsp:spPr>
        <a:xfrm>
          <a:off x="1601314" y="939820"/>
          <a:ext cx="1342622" cy="2265675"/>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488950">
            <a:lnSpc>
              <a:spcPct val="90000"/>
            </a:lnSpc>
            <a:spcBef>
              <a:spcPct val="0"/>
            </a:spcBef>
            <a:spcAft>
              <a:spcPct val="35000"/>
            </a:spcAft>
            <a:buNone/>
          </a:pPr>
          <a:r>
            <a:rPr lang="en-US" sz="1100" b="1" i="0" kern="1200"/>
            <a:t>Training and Engagement:</a:t>
          </a:r>
          <a:endParaRPr lang="en-US" sz="1100" kern="1200"/>
        </a:p>
        <a:p>
          <a:pPr marL="57150" lvl="1" indent="-57150" algn="l" defTabSz="400050">
            <a:lnSpc>
              <a:spcPct val="90000"/>
            </a:lnSpc>
            <a:spcBef>
              <a:spcPct val="0"/>
            </a:spcBef>
            <a:spcAft>
              <a:spcPct val="15000"/>
            </a:spcAft>
            <a:buChar char="•"/>
          </a:pPr>
          <a:r>
            <a:rPr lang="en-US" sz="900" b="0" i="0" kern="1200"/>
            <a:t>Engage in regular, dynamic training sessions. These are not just for compliance but for empowerment, equipping you with the latest in cyber defense.</a:t>
          </a:r>
          <a:endParaRPr lang="en-US" sz="900" kern="1200"/>
        </a:p>
      </dsp:txBody>
      <dsp:txXfrm>
        <a:off x="1601314" y="939820"/>
        <a:ext cx="1342622" cy="2265675"/>
      </dsp:txXfrm>
    </dsp:sp>
    <dsp:sp modelId="{FF1A00DF-E1AE-4DFB-9F45-6DC120B02DD4}">
      <dsp:nvSpPr>
        <dsp:cNvPr id="0" name=""/>
        <dsp:cNvSpPr/>
      </dsp:nvSpPr>
      <dsp:spPr>
        <a:xfrm>
          <a:off x="2972018" y="1951158"/>
          <a:ext cx="201393" cy="243000"/>
        </a:xfrm>
        <a:prstGeom prst="rightArrow">
          <a:avLst>
            <a:gd name="adj1" fmla="val 50000"/>
            <a:gd name="adj2" fmla="val 5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1668EF37-3A57-4184-987D-2E62B9AD36B9}">
      <dsp:nvSpPr>
        <dsp:cNvPr id="0" name=""/>
        <dsp:cNvSpPr/>
      </dsp:nvSpPr>
      <dsp:spPr>
        <a:xfrm>
          <a:off x="3201492" y="939820"/>
          <a:ext cx="1342622" cy="2265675"/>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488950">
            <a:lnSpc>
              <a:spcPct val="90000"/>
            </a:lnSpc>
            <a:spcBef>
              <a:spcPct val="0"/>
            </a:spcBef>
            <a:spcAft>
              <a:spcPct val="35000"/>
            </a:spcAft>
            <a:buNone/>
          </a:pPr>
          <a:r>
            <a:rPr lang="en-US" sz="1100" b="1" i="0" kern="1200" dirty="0"/>
            <a:t>Open Communication:</a:t>
          </a:r>
          <a:endParaRPr lang="en-US" sz="1100" kern="1200" dirty="0"/>
        </a:p>
        <a:p>
          <a:pPr marL="57150" lvl="1" indent="-57150" algn="l" defTabSz="400050">
            <a:lnSpc>
              <a:spcPct val="90000"/>
            </a:lnSpc>
            <a:spcBef>
              <a:spcPct val="0"/>
            </a:spcBef>
            <a:spcAft>
              <a:spcPct val="15000"/>
            </a:spcAft>
            <a:buChar char="•"/>
          </a:pPr>
          <a:r>
            <a:rPr lang="en-US" sz="900" b="0" i="0" kern="1200" dirty="0"/>
            <a:t>Foster an environment where questions and concerns about security are welcomed and addressed promptly. Transparency is key to trust and collective security.</a:t>
          </a:r>
          <a:endParaRPr lang="en-US" sz="900" kern="1200" dirty="0"/>
        </a:p>
      </dsp:txBody>
      <dsp:txXfrm>
        <a:off x="3201492" y="939820"/>
        <a:ext cx="1342622" cy="2265675"/>
      </dsp:txXfrm>
    </dsp:sp>
    <dsp:sp modelId="{4D4140B8-26D9-45C0-B473-E7F3FE984577}">
      <dsp:nvSpPr>
        <dsp:cNvPr id="0" name=""/>
        <dsp:cNvSpPr/>
      </dsp:nvSpPr>
      <dsp:spPr>
        <a:xfrm>
          <a:off x="4572196" y="1951158"/>
          <a:ext cx="201393" cy="243000"/>
        </a:xfrm>
        <a:prstGeom prst="rightArrow">
          <a:avLst>
            <a:gd name="adj1" fmla="val 50000"/>
            <a:gd name="adj2" fmla="val 5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AECF33A1-A11B-4D71-B6A2-1087299E1975}">
      <dsp:nvSpPr>
        <dsp:cNvPr id="0" name=""/>
        <dsp:cNvSpPr/>
      </dsp:nvSpPr>
      <dsp:spPr>
        <a:xfrm>
          <a:off x="4801670" y="939820"/>
          <a:ext cx="1342622" cy="2265675"/>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488950">
            <a:lnSpc>
              <a:spcPct val="90000"/>
            </a:lnSpc>
            <a:spcBef>
              <a:spcPct val="0"/>
            </a:spcBef>
            <a:spcAft>
              <a:spcPct val="35000"/>
            </a:spcAft>
            <a:buNone/>
          </a:pPr>
          <a:r>
            <a:rPr lang="en-US" sz="1100" b="1" i="0" kern="1200"/>
            <a:t>Recognition and Reinforcement:</a:t>
          </a:r>
          <a:endParaRPr lang="en-US" sz="1100" kern="1200"/>
        </a:p>
        <a:p>
          <a:pPr marL="57150" lvl="1" indent="-57150" algn="l" defTabSz="400050">
            <a:lnSpc>
              <a:spcPct val="90000"/>
            </a:lnSpc>
            <a:spcBef>
              <a:spcPct val="0"/>
            </a:spcBef>
            <a:spcAft>
              <a:spcPct val="15000"/>
            </a:spcAft>
            <a:buChar char="•"/>
          </a:pPr>
          <a:r>
            <a:rPr lang="en-US" sz="900" b="0" i="0" kern="1200"/>
            <a:t>Celebrate those who exemplify excellent security practices. Recognition reinforces the importance of every individual's actions.</a:t>
          </a:r>
          <a:endParaRPr lang="en-US" sz="900" kern="1200"/>
        </a:p>
      </dsp:txBody>
      <dsp:txXfrm>
        <a:off x="4801670" y="939820"/>
        <a:ext cx="1342622" cy="2265675"/>
      </dsp:txXfrm>
    </dsp:sp>
    <dsp:sp modelId="{0F5C38E0-146F-423D-AC7B-BF546A25D8F8}">
      <dsp:nvSpPr>
        <dsp:cNvPr id="0" name=""/>
        <dsp:cNvSpPr/>
      </dsp:nvSpPr>
      <dsp:spPr>
        <a:xfrm>
          <a:off x="6172374" y="1951158"/>
          <a:ext cx="201393" cy="243000"/>
        </a:xfrm>
        <a:prstGeom prst="rightArrow">
          <a:avLst>
            <a:gd name="adj1" fmla="val 50000"/>
            <a:gd name="adj2" fmla="val 5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66927CE4-E1ED-4A1C-89F3-1F22DA057DB1}">
      <dsp:nvSpPr>
        <dsp:cNvPr id="0" name=""/>
        <dsp:cNvSpPr/>
      </dsp:nvSpPr>
      <dsp:spPr>
        <a:xfrm>
          <a:off x="6401848" y="939820"/>
          <a:ext cx="1342622" cy="2265675"/>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488950">
            <a:lnSpc>
              <a:spcPct val="90000"/>
            </a:lnSpc>
            <a:spcBef>
              <a:spcPct val="0"/>
            </a:spcBef>
            <a:spcAft>
              <a:spcPct val="35000"/>
            </a:spcAft>
            <a:buNone/>
          </a:pPr>
          <a:r>
            <a:rPr lang="en-US" sz="1100" b="1" i="0" kern="1200" dirty="0"/>
            <a:t>Continuous Collaboration:</a:t>
          </a:r>
          <a:endParaRPr lang="en-US" sz="1100" kern="1200" dirty="0"/>
        </a:p>
        <a:p>
          <a:pPr marL="57150" lvl="1" indent="-57150" algn="l" defTabSz="400050">
            <a:lnSpc>
              <a:spcPct val="90000"/>
            </a:lnSpc>
            <a:spcBef>
              <a:spcPct val="0"/>
            </a:spcBef>
            <a:spcAft>
              <a:spcPct val="15000"/>
            </a:spcAft>
            <a:buChar char="•"/>
          </a:pPr>
          <a:r>
            <a:rPr lang="en-US" sz="900" b="0" i="0" kern="1200" dirty="0"/>
            <a:t>Security is teamwork. Collaborate, share best practices, and support each other to maintain a strong security posture.</a:t>
          </a:r>
          <a:endParaRPr lang="en-US" sz="900" kern="1200" dirty="0"/>
        </a:p>
      </dsp:txBody>
      <dsp:txXfrm>
        <a:off x="6401848" y="939820"/>
        <a:ext cx="1342622" cy="2265675"/>
      </dsp:txXfrm>
    </dsp:sp>
  </dsp:spTree>
</dsp:drawing>
</file>

<file path=ppt/diagrams/layout1.xml><?xml version="1.0" encoding="utf-8"?>
<dgm:layoutDef xmlns:dgm="http://schemas.openxmlformats.org/drawingml/2006/diagram" xmlns:a="http://schemas.openxmlformats.org/drawingml/2006/main" uniqueId="urn:microsoft.com/office/officeart/2016/7/layout/BasicProcessNew">
  <dgm:title val="Basic Process New"/>
  <dgm:desc val=""/>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fact="0.15"/>
      <dgm:constr type="h" for="ch" forName="sibTrans" op="equ"/>
    </dgm:constrLst>
    <dgm:ruleLst>
      <dgm:rule type="h" for="ch" forName="sibTrans" val="6.75" fact="NaN" max="NaN"/>
      <dgm:rule type="w" for="ch" forName="sibTrans" val="8.75" fact="NaN" max="NaN"/>
    </dgm:ruleLst>
    <dgm:forEach name="nodesForEach" axis="ch" ptType="node">
      <dgm:layoutNode name="node">
        <dgm:varLst>
          <dgm:bulletEnabled val="1"/>
        </dgm:varLst>
        <dgm:alg type="tx"/>
        <dgm:shape xmlns:r="http://schemas.openxmlformats.org/officeDocument/2006/relationships" type="rect" r:blip="">
          <dgm:adjLst>
            <dgm:adj idx="1" val="0.1"/>
          </dgm:adjLst>
        </dgm:shape>
        <dgm:presOf axis="desOrSelf" ptType="node"/>
        <dgm:constrLst>
          <dgm:constr type="h" refType="w" fact="0.6"/>
          <dgm:constr type="lMarg" val="12"/>
          <dgm:constr type="rMarg" val="12"/>
          <dgm:constr type="tMarg" val="12"/>
          <dgm:constr type="bMarg" val="12"/>
        </dgm:constrLst>
        <dgm:ruleLst>
          <dgm:rule type="primFontSz" val="11" fact="NaN" max="NaN"/>
          <dgm:rule type="primFontSz" val="18" fact="NaN" max="NaN"/>
          <dgm:rule type="h" val="NaN" fact="1.5" max="NaN"/>
          <dgm:rule type="primFontSz" val="11" fact="NaN" max="NaN"/>
          <dgm:rule type="h" val="INF" fact="NaN" max="NaN"/>
        </dgm:ruleLst>
      </dgm:layoutNode>
      <dgm:forEach name="sibTransForEach" axis="followSib" ptType="sibTrans" cnt="1">
        <dgm:layoutNode name="sibTransSpacerBeforeConnector" styleLbl="node1">
          <dgm:alg type="sp"/>
          <dgm:shape xmlns:r="http://schemas.openxmlformats.org/officeDocument/2006/relationships" r:blip="">
            <dgm:adjLst/>
          </dgm:shape>
          <dgm:constrLst>
            <dgm:constr type="w" val="4.5"/>
          </dgm:constrLst>
          <dgm:presOf/>
          <dgm:ruleLst>
            <dgm:rule type="w" val="4.5" fact="NaN" max="NaN"/>
          </dgm:ruleLst>
        </dgm:layoutNode>
        <dgm:layoutNode name="sibTrans" styleLbl="node1">
          <dgm:alg type="sp"/>
          <dgm:shape xmlns:r="http://schemas.openxmlformats.org/officeDocument/2006/relationships" type="rightArrow" r:blip="">
            <dgm:adjLst>
              <dgm:adj idx="1" val="0.5"/>
            </dgm:adjLst>
          </dgm:shape>
          <dgm:presOf axis="self"/>
          <dgm:constrLst>
            <dgm:constr type="h" val="6.75"/>
          </dgm:constrLst>
          <dgm:ruleLst>
            <dgm:rule type="h" val="6.75" fact="NaN" max="NaN"/>
            <dgm:rule type="w" val="8.75" fact="NaN" max="NaN"/>
          </dgm:ruleLst>
        </dgm:layoutNode>
        <dgm:layoutNode name="sibTransSpacerAfterConnector">
          <dgm:alg type="sp"/>
          <dgm:shape xmlns:r="http://schemas.openxmlformats.org/officeDocument/2006/relationships" r:blip="">
            <dgm:adjLst/>
          </dgm:shape>
          <dgm:constrLst>
            <dgm:constr type="w" val="4.5"/>
          </dgm:constrLst>
          <dgm:presOf/>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FD36E0-FF1B-45C9-8529-06C733896F53}" type="datetimeFigureOut">
              <a:rPr lang="en-US" smtClean="0"/>
              <a:t>2/19/24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F893EF-653B-4D77-B6D6-63F1625DA2F5}" type="slidenum">
              <a:rPr lang="en-US" smtClean="0"/>
              <a:t>‹#›</a:t>
            </a:fld>
            <a:endParaRPr lang="en-US"/>
          </a:p>
        </p:txBody>
      </p:sp>
    </p:spTree>
    <p:extLst>
      <p:ext uri="{BB962C8B-B14F-4D97-AF65-F5344CB8AC3E}">
        <p14:creationId xmlns:p14="http://schemas.microsoft.com/office/powerpoint/2010/main" val="4164181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ECECEC"/>
                </a:solidFill>
                <a:effectLst/>
                <a:latin typeface="Calibri" panose="020F0502020204030204" pitchFamily="34" charset="0"/>
                <a:ea typeface="Calibri" panose="020F0502020204030204" pitchFamily="34" charset="0"/>
                <a:cs typeface="Calibri" panose="020F0502020204030204" pitchFamily="34" charset="0"/>
              </a:rPr>
              <a:t>Good morning/afternoon, everyone. Today, we're taking an important step in fortifying our cyber defenses here at Zeta Alpha.</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A3F893EF-653B-4D77-B6D6-63F1625DA2F5}" type="slidenum">
              <a:rPr lang="en-US" smtClean="0"/>
              <a:t>1</a:t>
            </a:fld>
            <a:endParaRPr lang="en-US"/>
          </a:p>
        </p:txBody>
      </p:sp>
    </p:spTree>
    <p:extLst>
      <p:ext uri="{BB962C8B-B14F-4D97-AF65-F5344CB8AC3E}">
        <p14:creationId xmlns:p14="http://schemas.microsoft.com/office/powerpoint/2010/main" val="4139041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Point 1</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Zeta Alpha's inception in 2005 was a landmark moment in medical technology. Founded by esteemed NIH scientists Dr. Charles Nelson and Chance Riley, our company was born from a vision to revolutionize medical diagnostic and treatment systems known as MDTS. We're not just part of an organization; we're part of a vision that started over 15 years ago and continues to drive innovation in healthcare.</a:t>
            </a:r>
          </a:p>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Point 2</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Our first leap in innovation was transforming the pacemaker and defibrillator technology. We've offered faster, more efficient cardiac care by integrating Wi-Fi and wireless systems. It's not just about the technology but also how it connects and communicates to improve patient outcomes. This has been a testament to our commitment to quality and ingenuity.</a:t>
            </a:r>
          </a:p>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Point 3</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The cutting edge doesn't stop at the heart. Our latest health statistics and blood count monitoring endeavors are setting new standards. We focus on persistent monitoring and structured accountability, particularly for high-risk patients. This isn't just technology; it's a new way of approaching patient care—non-invasive, real-time, and comprehensive.</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A3F893EF-653B-4D77-B6D6-63F1625DA2F5}" type="slidenum">
              <a:rPr lang="en-US" smtClean="0"/>
              <a:t>2</a:t>
            </a:fld>
            <a:endParaRPr lang="en-US"/>
          </a:p>
        </p:txBody>
      </p:sp>
    </p:spTree>
    <p:extLst>
      <p:ext uri="{BB962C8B-B14F-4D97-AF65-F5344CB8AC3E}">
        <p14:creationId xmlns:p14="http://schemas.microsoft.com/office/powerpoint/2010/main" val="33072834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Commitment to Protection:</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Elaborate on how Zeta Alpha dedicates resources to safeguard digital assets from all cyber threats. Underline the point that this commitment is a shared responsibility among all employees, from the leadership team to individual contributors.</a:t>
            </a:r>
          </a:p>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Diverse Threat Landscape:</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Discuss the various forms of cyber threats that the company might face, such as improper information handling, viruses, malware, and phishing attacks. </a:t>
            </a:r>
          </a:p>
          <a:p>
            <a:pPr>
              <a:spcBef>
                <a:spcPts val="0"/>
              </a:spcBef>
              <a:spcAft>
                <a:spcPts val="0"/>
              </a:spcAft>
              <a:buFont typeface="+mj-lt"/>
              <a:buAutoNum type="arabicPeriod"/>
            </a:pP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Examples:</a:t>
            </a:r>
            <a:b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b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Improper Handling of Data:</a:t>
            </a:r>
            <a:endPar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spcBef>
                <a:spcPts val="0"/>
              </a:spcBef>
              <a:spcAft>
                <a:spcPts val="0"/>
              </a:spcAft>
              <a:buFont typeface="Arial" panose="020B0604020202020204" pitchFamily="34" charset="0"/>
              <a:buChar char="•"/>
            </a:pP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An employee accidentally sends an email containing confidential patient health information to a recipient outside of the company due to a typo in the email address. This data breach could lead to serious privacy concerns and legal implications.</a:t>
            </a:r>
          </a:p>
          <a:p>
            <a:pPr>
              <a:spcBef>
                <a:spcPts val="0"/>
              </a:spcBef>
              <a:spcAft>
                <a:spcPts val="0"/>
              </a:spcAft>
              <a:buFont typeface="+mj-lt"/>
              <a:buAutoNum type="arabicPeriod"/>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Computer Virus:</a:t>
            </a:r>
            <a:endPar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spcBef>
                <a:spcPts val="0"/>
              </a:spcBef>
              <a:spcAft>
                <a:spcPts val="0"/>
              </a:spcAft>
              <a:buFont typeface="Arial" panose="020B0604020202020204" pitchFamily="34" charset="0"/>
              <a:buChar char="•"/>
            </a:pP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An employee receives an email attachment that seems to be from a known vendor. Without verifying the source, the employee opens the attachment, which is actually a virus. It begins to replicate itself and spread through the network, corrupting files and potentially halting operations.</a:t>
            </a:r>
          </a:p>
          <a:p>
            <a:pPr>
              <a:spcBef>
                <a:spcPts val="0"/>
              </a:spcBef>
              <a:spcAft>
                <a:spcPts val="0"/>
              </a:spcAft>
              <a:buFont typeface="+mj-lt"/>
              <a:buAutoNum type="arabicPeriod"/>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Malware:</a:t>
            </a:r>
            <a:endPar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spcBef>
                <a:spcPts val="0"/>
              </a:spcBef>
              <a:spcAft>
                <a:spcPts val="0"/>
              </a:spcAft>
              <a:buFont typeface="Arial" panose="020B0604020202020204" pitchFamily="34" charset="0"/>
              <a:buChar char="•"/>
            </a:pP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A staff member installs a seemingly legitimate piece of software from an unverified website, which turns out to be malware designed to infiltrate the system. This program can then steal sensitive data, log keystrokes, or give attackers access to the system.</a:t>
            </a:r>
          </a:p>
          <a:p>
            <a:pPr>
              <a:spcBef>
                <a:spcPts val="0"/>
              </a:spcBef>
              <a:spcAft>
                <a:spcPts val="0"/>
              </a:spcAft>
              <a:buFont typeface="+mj-lt"/>
              <a:buAutoNum type="arabicPeriod"/>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Phishing Attempt:</a:t>
            </a:r>
            <a:endPar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spcBef>
                <a:spcPts val="0"/>
              </a:spcBef>
              <a:spcAft>
                <a:spcPts val="0"/>
              </a:spcAft>
              <a:buFont typeface="Arial" panose="020B0604020202020204" pitchFamily="34" charset="0"/>
              <a:buChar char="•"/>
            </a:pP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An employee receives an email that appears to be from the company's IT department, asking them to update their password by clicking a link. The website is a look-alike, a fake site designed to capture usernames and passwords. If the employee complies, they've given attackers their login credentials.</a:t>
            </a:r>
          </a:p>
          <a:p>
            <a:pPr>
              <a:spcBef>
                <a:spcPts val="0"/>
              </a:spcBef>
              <a:spcAft>
                <a:spcPts val="0"/>
              </a:spcAft>
              <a:buFont typeface="Arial" panose="020B0604020202020204" pitchFamily="34" charset="0"/>
              <a:buChar char="•"/>
            </a:pPr>
            <a:endPar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endParaRPr>
          </a:p>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Education as Defense:</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Emphasize the importance of regular training sessions, updates on the latest cybersecurity threats, and best practices. Encourage employees to actively participate outside cybersecurity training as well as inside and to apply this knowledge in their daily work.</a:t>
            </a:r>
          </a:p>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Call to Action:</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Conclude with a call to action, urging everyone to be proactive about their cyber education. Stress that by staying informed and prepared, every member of the Zeta Alpha team contributes to the strength of our collective cyber defenses.</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3AAECA68-632B-4CC7-B9E4-48F97D1EE12B}" type="slidenum">
              <a:rPr lang="en-US" smtClean="0"/>
              <a:t>3</a:t>
            </a:fld>
            <a:endParaRPr lang="en-US"/>
          </a:p>
        </p:txBody>
      </p:sp>
    </p:spTree>
    <p:extLst>
      <p:ext uri="{BB962C8B-B14F-4D97-AF65-F5344CB8AC3E}">
        <p14:creationId xmlns:p14="http://schemas.microsoft.com/office/powerpoint/2010/main" val="886832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Proactive IT Engagement:</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Elaborate on how the IT department is not just reactive but actively seeks out potential vulnerabilities and threats. Highlight the importance of this forward-thinking approach in an industry where the security landscape is constantly evolving.</a:t>
            </a:r>
          </a:p>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Focus on Containment:</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Stress that the strategy is not only about detection but also about containment. This ensures that any identified threats are managed in such a way as to minimize their impact on the company’s operations.</a:t>
            </a:r>
          </a:p>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Response Team Action Plan:</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Talk about the structured response in place, where dedicated teams are ready to roll out action plans during a security incident. This shows the audience that Zeta Alpha is prepared and has a transparent process for incident management.</a:t>
            </a:r>
          </a:p>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Communication Across Teams:</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Highlight the importance of communication in the policy. After action plans are developed, they are disseminated to ensure that all relevant parties are informed and can act in a coordinated manner.</a:t>
            </a:r>
          </a:p>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Learning from Incidents:</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Conclude with the point that every incident, whether averted or managed, is an opportunity to learn and improve. Explain that review findings are shared across the organization to prevent future incidents and to strengthen the company’s cybersecurity posture.</a:t>
            </a:r>
          </a:p>
        </p:txBody>
      </p:sp>
      <p:sp>
        <p:nvSpPr>
          <p:cNvPr id="4" name="Slide Number Placeholder 3"/>
          <p:cNvSpPr>
            <a:spLocks noGrp="1"/>
          </p:cNvSpPr>
          <p:nvPr>
            <p:ph type="sldNum" sz="quarter" idx="5"/>
          </p:nvPr>
        </p:nvSpPr>
        <p:spPr/>
        <p:txBody>
          <a:bodyPr/>
          <a:lstStyle/>
          <a:p>
            <a:fld id="{A3F893EF-653B-4D77-B6D6-63F1625DA2F5}" type="slidenum">
              <a:rPr lang="en-US" smtClean="0"/>
              <a:t>4</a:t>
            </a:fld>
            <a:endParaRPr lang="en-US"/>
          </a:p>
        </p:txBody>
      </p:sp>
    </p:spTree>
    <p:extLst>
      <p:ext uri="{BB962C8B-B14F-4D97-AF65-F5344CB8AC3E}">
        <p14:creationId xmlns:p14="http://schemas.microsoft.com/office/powerpoint/2010/main" val="19926960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Culture of Awareness:</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Start by emphasizing the importance of cultivating a culture of awareness within Zeta Alpha. Explain how tailored training will inform employees of the risks and engage them in safeguarding their environment, making cybersecurity a personal responsibility.</a:t>
            </a:r>
          </a:p>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Department-Specific Training:</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Highlight the customization of training modules to fit the unique needs and risks associated with different departmental duties. This ensures that employees receive relevant and actionable information, empowering them to act effectively against potential security threats.</a:t>
            </a:r>
          </a:p>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Real-World Case Studies:</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Discuss how integrating real-world case studies into training programs brings a deeper understanding of the consequences of security breaches. This helps to illustrate the tangible impact of cybersecurity on the company, the healthcare industry, and individual patients.</a:t>
            </a:r>
          </a:p>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Understanding Stakes:</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The high stakes in protecting patient data and proprietary technologies. Reiterate that informed employees are the company's best defense against cyber threats, and an aware workforce can significantly reduce the risk of breaches.</a:t>
            </a:r>
          </a:p>
        </p:txBody>
      </p:sp>
      <p:sp>
        <p:nvSpPr>
          <p:cNvPr id="4" name="Slide Number Placeholder 3"/>
          <p:cNvSpPr>
            <a:spLocks noGrp="1"/>
          </p:cNvSpPr>
          <p:nvPr>
            <p:ph type="sldNum" sz="quarter" idx="5"/>
          </p:nvPr>
        </p:nvSpPr>
        <p:spPr/>
        <p:txBody>
          <a:bodyPr/>
          <a:lstStyle/>
          <a:p>
            <a:fld id="{A3F893EF-653B-4D77-B6D6-63F1625DA2F5}" type="slidenum">
              <a:rPr lang="en-US" smtClean="0"/>
              <a:t>5</a:t>
            </a:fld>
            <a:endParaRPr lang="en-US"/>
          </a:p>
        </p:txBody>
      </p:sp>
    </p:spTree>
    <p:extLst>
      <p:ext uri="{BB962C8B-B14F-4D97-AF65-F5344CB8AC3E}">
        <p14:creationId xmlns:p14="http://schemas.microsoft.com/office/powerpoint/2010/main" val="4256815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ECECEC"/>
                </a:solidFill>
                <a:effectLst/>
                <a:latin typeface="Calibri" panose="020F0502020204030204" pitchFamily="34" charset="0"/>
                <a:ea typeface="Calibri" panose="020F0502020204030204" pitchFamily="34" charset="0"/>
                <a:cs typeface="Calibri" panose="020F0502020204030204" pitchFamily="34" charset="0"/>
              </a:rPr>
              <a:t>Purpose and Scope Discussion:</a:t>
            </a:r>
            <a:r>
              <a:rPr lang="en-US" b="0" i="0" dirty="0">
                <a:solidFill>
                  <a:srgbClr val="ECECEC"/>
                </a:solidFill>
                <a:effectLst/>
                <a:latin typeface="Calibri" panose="020F0502020204030204" pitchFamily="34" charset="0"/>
                <a:ea typeface="Calibri" panose="020F0502020204030204" pitchFamily="34" charset="0"/>
                <a:cs typeface="Calibri" panose="020F0502020204030204" pitchFamily="34" charset="0"/>
              </a:rPr>
              <a:t> Explain that the policy applies to all employees and associates, underscoring our collective responsibility towards ethical practices and adherence to medical technology regulations.</a:t>
            </a:r>
          </a:p>
          <a:p>
            <a:pPr algn="l">
              <a:buFont typeface="Arial" panose="020B0604020202020204" pitchFamily="34" charset="0"/>
              <a:buChar char="•"/>
            </a:pPr>
            <a:r>
              <a:rPr lang="en-US" b="1" i="0" dirty="0">
                <a:solidFill>
                  <a:srgbClr val="ECECEC"/>
                </a:solidFill>
                <a:effectLst/>
                <a:latin typeface="Calibri" panose="020F0502020204030204" pitchFamily="34" charset="0"/>
                <a:ea typeface="Calibri" panose="020F0502020204030204" pitchFamily="34" charset="0"/>
                <a:cs typeface="Calibri" panose="020F0502020204030204" pitchFamily="34" charset="0"/>
              </a:rPr>
              <a:t>Defining and Reporting Non-Compliance:</a:t>
            </a:r>
            <a:r>
              <a:rPr lang="en-US" b="0" i="0" dirty="0">
                <a:solidFill>
                  <a:srgbClr val="ECECEC"/>
                </a:solidFill>
                <a:effectLst/>
                <a:latin typeface="Calibri" panose="020F0502020204030204" pitchFamily="34" charset="0"/>
                <a:ea typeface="Calibri" panose="020F0502020204030204" pitchFamily="34" charset="0"/>
                <a:cs typeface="Calibri" panose="020F0502020204030204" pitchFamily="34" charset="0"/>
              </a:rPr>
              <a:t> Elaborate on the definitions of non-compliance to ensure clarity among the team. Stress the importance of immediate reporting for serious incidents and the availability of an anonymous hotline to encourage transparency and accountability.</a:t>
            </a:r>
          </a:p>
          <a:p>
            <a:pPr algn="l">
              <a:buFont typeface="Arial" panose="020B0604020202020204" pitchFamily="34" charset="0"/>
              <a:buChar char="•"/>
            </a:pPr>
            <a:r>
              <a:rPr lang="en-US" b="1" i="0" dirty="0">
                <a:solidFill>
                  <a:srgbClr val="ECECEC"/>
                </a:solidFill>
                <a:effectLst/>
                <a:latin typeface="Calibri" panose="020F0502020204030204" pitchFamily="34" charset="0"/>
                <a:ea typeface="Calibri" panose="020F0502020204030204" pitchFamily="34" charset="0"/>
                <a:cs typeface="Calibri" panose="020F0502020204030204" pitchFamily="34" charset="0"/>
              </a:rPr>
              <a:t>Consequences of Non-Compliance:</a:t>
            </a:r>
            <a:r>
              <a:rPr lang="en-US" b="0" i="0" dirty="0">
                <a:solidFill>
                  <a:srgbClr val="ECECEC"/>
                </a:solidFill>
                <a:effectLst/>
                <a:latin typeface="Calibri" panose="020F0502020204030204" pitchFamily="34" charset="0"/>
                <a:ea typeface="Calibri" panose="020F0502020204030204" pitchFamily="34" charset="0"/>
                <a:cs typeface="Calibri" panose="020F0502020204030204" pitchFamily="34" charset="0"/>
              </a:rPr>
              <a:t> Discuss the range of disciplinary actions, from warnings to termination, depending on the violation's severity. Highlight the role of the HR Director in determining these actions and the commitment to fairness and confidentiality during investigations.</a:t>
            </a:r>
          </a:p>
          <a:p>
            <a:pPr algn="l">
              <a:buFont typeface="Arial" panose="020B0604020202020204" pitchFamily="34" charset="0"/>
              <a:buChar char="•"/>
            </a:pPr>
            <a:r>
              <a:rPr lang="en-US" b="1" i="0" dirty="0">
                <a:solidFill>
                  <a:srgbClr val="ECECEC"/>
                </a:solidFill>
                <a:effectLst/>
                <a:latin typeface="Calibri" panose="020F0502020204030204" pitchFamily="34" charset="0"/>
                <a:ea typeface="Calibri" panose="020F0502020204030204" pitchFamily="34" charset="0"/>
                <a:cs typeface="Calibri" panose="020F0502020204030204" pitchFamily="34" charset="0"/>
              </a:rPr>
              <a:t>Annual Review and Closing:</a:t>
            </a:r>
            <a:r>
              <a:rPr lang="en-US" b="0" i="0" dirty="0">
                <a:solidFill>
                  <a:srgbClr val="ECECEC"/>
                </a:solidFill>
                <a:effectLst/>
                <a:latin typeface="Calibri" panose="020F0502020204030204" pitchFamily="34" charset="0"/>
                <a:ea typeface="Calibri" panose="020F0502020204030204" pitchFamily="34" charset="0"/>
                <a:cs typeface="Calibri" panose="020F0502020204030204" pitchFamily="34" charset="0"/>
              </a:rPr>
              <a:t> Conclude by reassuring the audience about the policy's dynamic nature, with annual reviews ensuring its relevance and effectiveness. Encourage questions and open dialogue about compliance concerns.</a:t>
            </a:r>
          </a:p>
        </p:txBody>
      </p:sp>
      <p:sp>
        <p:nvSpPr>
          <p:cNvPr id="4" name="Slide Number Placeholder 3"/>
          <p:cNvSpPr>
            <a:spLocks noGrp="1"/>
          </p:cNvSpPr>
          <p:nvPr>
            <p:ph type="sldNum" sz="quarter" idx="5"/>
          </p:nvPr>
        </p:nvSpPr>
        <p:spPr/>
        <p:txBody>
          <a:bodyPr/>
          <a:lstStyle/>
          <a:p>
            <a:fld id="{A3F893EF-653B-4D77-B6D6-63F1625DA2F5}" type="slidenum">
              <a:rPr lang="en-US" smtClean="0"/>
              <a:t>6</a:t>
            </a:fld>
            <a:endParaRPr lang="en-US"/>
          </a:p>
        </p:txBody>
      </p:sp>
    </p:spTree>
    <p:extLst>
      <p:ext uri="{BB962C8B-B14F-4D97-AF65-F5344CB8AC3E}">
        <p14:creationId xmlns:p14="http://schemas.microsoft.com/office/powerpoint/2010/main" val="33735583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Introduction to Network Integrity:</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Begin with maintaining a secure and reliable network environment. Emphasize that all devices connected to Zeta Alpha's network are vetted by IT to ensure they meet security and software standards.</a:t>
            </a:r>
          </a:p>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No BYOD Policy:</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Explain the rationale behind the "No Bring Your Own Device" (BYOD) policy, stressing the risk that personal devices may pose to network integrity and the security of sensitive medical data.</a:t>
            </a:r>
          </a:p>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Remote Employee Security:</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Discuss the mandatory requirement for remote employees to use WAP2 and VPN. Highlight how these technologies help secure remote connections and protect data integrity, which is especially crucial for employees accessing the network from various locations.</a:t>
            </a:r>
          </a:p>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IoT Device Registration:</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Address the policy for new IoT devices, ensuring each device is registered with the IT department. Explain how this allows IT to manage and monitor all devices, preventing unauthorized access and maintaining a secure network ecosystem.</a:t>
            </a:r>
          </a:p>
          <a:p>
            <a:pPr>
              <a:spcBef>
                <a:spcPts val="0"/>
              </a:spcBef>
              <a:spcAft>
                <a:spcPts val="0"/>
              </a:spcAft>
              <a:buFont typeface="Arial" panose="020B0604020202020204" pitchFamily="34" charset="0"/>
              <a:buChar char="•"/>
            </a:pPr>
            <a:r>
              <a:rPr lang="en-US" b="1"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Concluding Remarks:</a:t>
            </a:r>
            <a:r>
              <a:rPr lang="en-US" dirty="0">
                <a:solidFill>
                  <a:srgbClr val="0E101A"/>
                </a:solidFill>
                <a:effectLst/>
                <a:latin typeface="Calibri" panose="020F0502020204030204" pitchFamily="34" charset="0"/>
                <a:ea typeface="Calibri" panose="020F0502020204030204" pitchFamily="34" charset="0"/>
                <a:cs typeface="Calibri" panose="020F0502020204030204" pitchFamily="34" charset="0"/>
              </a:rPr>
              <a:t> Conclude by reinforcing the overarching goal of these policies—protecting patient data and the company's proprietary technologies. Encourage questions to ensure understanding and adherence to the policy and invite discussion on any challenges or concerns the team might have.</a:t>
            </a:r>
          </a:p>
        </p:txBody>
      </p:sp>
      <p:sp>
        <p:nvSpPr>
          <p:cNvPr id="4" name="Slide Number Placeholder 3"/>
          <p:cNvSpPr>
            <a:spLocks noGrp="1"/>
          </p:cNvSpPr>
          <p:nvPr>
            <p:ph type="sldNum" sz="quarter" idx="5"/>
          </p:nvPr>
        </p:nvSpPr>
        <p:spPr/>
        <p:txBody>
          <a:bodyPr/>
          <a:lstStyle/>
          <a:p>
            <a:fld id="{A3F893EF-653B-4D77-B6D6-63F1625DA2F5}" type="slidenum">
              <a:rPr lang="en-US" smtClean="0"/>
              <a:t>7</a:t>
            </a:fld>
            <a:endParaRPr lang="en-US"/>
          </a:p>
        </p:txBody>
      </p:sp>
    </p:spTree>
    <p:extLst>
      <p:ext uri="{BB962C8B-B14F-4D97-AF65-F5344CB8AC3E}">
        <p14:creationId xmlns:p14="http://schemas.microsoft.com/office/powerpoint/2010/main" val="967620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dirty="0"/>
              <a:t>Proactive Leadership:</a:t>
            </a:r>
            <a:endParaRPr lang="en-US" sz="1600" dirty="0"/>
          </a:p>
          <a:p>
            <a:pPr marL="742950" lvl="1"/>
            <a:r>
              <a:rPr lang="en-US" sz="1600" dirty="0"/>
              <a:t>CTO Mr. David S. Acevedo leads by example, ensuring that our cybersecurity strategies are not just plans but actions that safeguard our daily operations.</a:t>
            </a:r>
          </a:p>
          <a:p>
            <a:r>
              <a:rPr lang="en-US" sz="1600" b="1" dirty="0"/>
              <a:t>Empowering Technology:</a:t>
            </a:r>
            <a:endParaRPr lang="en-US" sz="1600" dirty="0"/>
          </a:p>
          <a:p>
            <a:pPr marL="742950" lvl="1"/>
            <a:r>
              <a:rPr lang="en-US" sz="1600" dirty="0"/>
              <a:t>CIO Mrs. Daniella </a:t>
            </a:r>
            <a:r>
              <a:rPr lang="en-US" sz="1600" dirty="0" err="1"/>
              <a:t>Miyako's</a:t>
            </a:r>
            <a:r>
              <a:rPr lang="en-US" sz="1600" dirty="0"/>
              <a:t> innovations are our shields against digital threats, emphasizing the importance of secure information handling in patient care.</a:t>
            </a:r>
          </a:p>
          <a:p>
            <a:r>
              <a:rPr lang="en-US" sz="1600" b="1" dirty="0"/>
              <a:t>24/7 Security Vigilance:</a:t>
            </a:r>
            <a:endParaRPr lang="en-US" sz="1600" dirty="0"/>
          </a:p>
          <a:p>
            <a:pPr marL="742950" lvl="1"/>
            <a:r>
              <a:rPr lang="en-US" sz="1600" dirty="0"/>
              <a:t>Our IT Security Team, directed by James </a:t>
            </a:r>
            <a:r>
              <a:rPr lang="en-US" sz="1600" dirty="0" err="1"/>
              <a:t>McElvoy</a:t>
            </a:r>
            <a:r>
              <a:rPr lang="en-US" sz="1600" dirty="0"/>
              <a:t>, embodies our motto, "</a:t>
            </a:r>
            <a:r>
              <a:rPr lang="en-US" sz="1600" b="1" i="1" dirty="0">
                <a:highlight>
                  <a:srgbClr val="FF0000"/>
                </a:highlight>
              </a:rPr>
              <a:t>Be the firewall</a:t>
            </a:r>
            <a:r>
              <a:rPr lang="en-US" sz="1600" dirty="0"/>
              <a:t>," by providing round-the-clock support and intervention.</a:t>
            </a:r>
          </a:p>
          <a:p>
            <a:r>
              <a:rPr lang="en-US" sz="1600" b="1" dirty="0"/>
              <a:t>Accessible Resources:</a:t>
            </a:r>
            <a:endParaRPr lang="en-US" sz="1600" dirty="0"/>
          </a:p>
          <a:p>
            <a:pPr marL="742950" lvl="1"/>
            <a:r>
              <a:rPr lang="en-US" sz="1600" dirty="0"/>
              <a:t>Incident Reporting: Accessible via our intranet, empowering you to communicate efficiently and securely.</a:t>
            </a:r>
          </a:p>
          <a:p>
            <a:pPr marL="742950" lvl="1"/>
            <a:r>
              <a:rPr lang="en-US" sz="1600" dirty="0"/>
              <a:t>Cybersecurity Hotline: A direct line for immediate assistance, reflecting our CFO, Dr. Kassandra Poole's commitment to proactive financial and operational security.</a:t>
            </a:r>
          </a:p>
          <a:p>
            <a:endParaRPr lang="en-US" dirty="0"/>
          </a:p>
        </p:txBody>
      </p:sp>
      <p:sp>
        <p:nvSpPr>
          <p:cNvPr id="4" name="Slide Number Placeholder 3"/>
          <p:cNvSpPr>
            <a:spLocks noGrp="1"/>
          </p:cNvSpPr>
          <p:nvPr>
            <p:ph type="sldNum" sz="quarter" idx="5"/>
          </p:nvPr>
        </p:nvSpPr>
        <p:spPr/>
        <p:txBody>
          <a:bodyPr/>
          <a:lstStyle/>
          <a:p>
            <a:fld id="{A3F893EF-653B-4D77-B6D6-63F1625DA2F5}" type="slidenum">
              <a:rPr lang="en-US" smtClean="0"/>
              <a:t>8</a:t>
            </a:fld>
            <a:endParaRPr lang="en-US"/>
          </a:p>
        </p:txBody>
      </p:sp>
    </p:spTree>
    <p:extLst>
      <p:ext uri="{BB962C8B-B14F-4D97-AF65-F5344CB8AC3E}">
        <p14:creationId xmlns:p14="http://schemas.microsoft.com/office/powerpoint/2010/main" val="695372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847D-1CF6-46BA-B46B-48BED0604A28}"/>
              </a:ext>
            </a:extLst>
          </p:cNvPr>
          <p:cNvSpPr>
            <a:spLocks noGrp="1"/>
          </p:cNvSpPr>
          <p:nvPr>
            <p:ph type="ctrTitle"/>
          </p:nvPr>
        </p:nvSpPr>
        <p:spPr>
          <a:xfrm>
            <a:off x="1524000" y="1122363"/>
            <a:ext cx="9144000" cy="2387600"/>
          </a:xfrm>
        </p:spPr>
        <p:txBody>
          <a:bodyPr anchor="b"/>
          <a:lstStyle>
            <a:lvl1pPr algn="ctr">
              <a:defRPr sz="6000" b="1" cap="all" spc="1500" baseline="0">
                <a:latin typeface="+mj-lt"/>
                <a:ea typeface="Source Sans Pro SemiBold" panose="020B0603030403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7FB4F5A5-C931-4A4C-B6B1-EF4C95965BFF}"/>
              </a:ext>
            </a:extLst>
          </p:cNvPr>
          <p:cNvSpPr>
            <a:spLocks noGrp="1"/>
          </p:cNvSpPr>
          <p:nvPr>
            <p:ph type="subTitle" idx="1"/>
          </p:nvPr>
        </p:nvSpPr>
        <p:spPr>
          <a:xfrm>
            <a:off x="1524000" y="3602038"/>
            <a:ext cx="9144000" cy="1655762"/>
          </a:xfrm>
        </p:spPr>
        <p:txBody>
          <a:bodyPr/>
          <a:lstStyle>
            <a:lvl1pPr marL="0" indent="0" algn="ctr">
              <a:buNone/>
              <a:defRPr sz="2400" cap="all" spc="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grpSp>
        <p:nvGrpSpPr>
          <p:cNvPr id="7" name="Graphic 185">
            <a:extLst>
              <a:ext uri="{FF2B5EF4-FFF2-40B4-BE49-F238E27FC236}">
                <a16:creationId xmlns:a16="http://schemas.microsoft.com/office/drawing/2014/main" id="{8A351602-3772-4279-B0D3-A523F6F6EAB3}"/>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A5AAAA75-5FFB-4C07-AD4A-3146773E6CDD}"/>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1479895E-3847-44BB-8404-28F14219FB7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0E02F68-8149-4236-8D9F-6B550F78B93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56FCAAB-F073-4561-A484-42C7DD10DC26}"/>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CF8DB94-87A3-43E9-9BBB-301CFF0FB05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35DE4AEC-B6E4-439C-B716-EBE3D4D1DC76}"/>
              </a:ext>
            </a:extLst>
          </p:cNvPr>
          <p:cNvSpPr>
            <a:spLocks noGrp="1"/>
          </p:cNvSpPr>
          <p:nvPr>
            <p:ph type="dt" sz="half" idx="10"/>
          </p:nvPr>
        </p:nvSpPr>
        <p:spPr/>
        <p:txBody>
          <a:bodyPr/>
          <a:lstStyle/>
          <a:p>
            <a:fld id="{D6D0F569-AC90-44EB-9EF4-4E5C2F5D823C}" type="datetime1">
              <a:rPr lang="en-US" smtClean="0"/>
              <a:t>2/19/24</a:t>
            </a:fld>
            <a:endParaRPr lang="en-US" dirty="0"/>
          </a:p>
        </p:txBody>
      </p:sp>
      <p:sp>
        <p:nvSpPr>
          <p:cNvPr id="5" name="Footer Placeholder 4">
            <a:extLst>
              <a:ext uri="{FF2B5EF4-FFF2-40B4-BE49-F238E27FC236}">
                <a16:creationId xmlns:a16="http://schemas.microsoft.com/office/drawing/2014/main" id="{F478BC18-102E-45BF-8FEA-801E9C59D143}"/>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FAA8BF5F-B1F8-461F-9B3D-7D50D02423E7}"/>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7D6BF779-0B8C-4CC2-9268-9506AD0C5331}"/>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973094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8500-1605-41EA-A15F-9B79DF7E405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C9B14AC8-25A5-4D7F-BF23-CB20AA2ECF50}"/>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 name="Graphic 185">
            <a:extLst>
              <a:ext uri="{FF2B5EF4-FFF2-40B4-BE49-F238E27FC236}">
                <a16:creationId xmlns:a16="http://schemas.microsoft.com/office/drawing/2014/main" id="{8997F1B7-1EE7-4EA5-A5A4-866F9A810C9F}"/>
              </a:ext>
              <a:ext uri="{C183D7F6-B498-43B3-948B-1728B52AA6E4}">
                <adec:decorative xmlns:adec="http://schemas.microsoft.com/office/drawing/2017/decorative" val="1"/>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5E13483-2FB6-4753-8402-06FDC3498E0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8F0DF22-F640-4002-B783-DF1C6A9473F6}"/>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C2787B8-7984-4332-B611-D3D3DE898FE0}"/>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AF3646C-B3D7-4F57-8FD2-CD93CEB39214}"/>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65FA7DA-93A0-43A4-834C-0F1BB9806A8C}"/>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21995D22-0146-4DE2-9E78-4C00333D499A}"/>
              </a:ext>
            </a:extLst>
          </p:cNvPr>
          <p:cNvSpPr>
            <a:spLocks noGrp="1"/>
          </p:cNvSpPr>
          <p:nvPr>
            <p:ph type="dt" sz="half" idx="10"/>
          </p:nvPr>
        </p:nvSpPr>
        <p:spPr/>
        <p:txBody>
          <a:bodyPr/>
          <a:lstStyle/>
          <a:p>
            <a:fld id="{8C2D79EF-17C8-45D8-9866-DAF5723FC604}" type="datetime1">
              <a:rPr lang="en-US" smtClean="0"/>
              <a:t>2/19/24</a:t>
            </a:fld>
            <a:endParaRPr lang="en-US" dirty="0"/>
          </a:p>
        </p:txBody>
      </p:sp>
      <p:sp>
        <p:nvSpPr>
          <p:cNvPr id="5" name="Footer Placeholder 4">
            <a:extLst>
              <a:ext uri="{FF2B5EF4-FFF2-40B4-BE49-F238E27FC236}">
                <a16:creationId xmlns:a16="http://schemas.microsoft.com/office/drawing/2014/main" id="{6459717A-A1FE-485D-AFFF-2C7026C710A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76DB88B-64CF-4100-8F07-D191DD7939F9}"/>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104332FF-8349-42A5-B5C8-5EE3825CE25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875504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BFE6C-EBF1-47DE-8468-E7125172B735}"/>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24104992-D139-48DC-BCCE-D71EA23CA2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grpSp>
        <p:nvGrpSpPr>
          <p:cNvPr id="7" name="Graphic 185">
            <a:extLst>
              <a:ext uri="{FF2B5EF4-FFF2-40B4-BE49-F238E27FC236}">
                <a16:creationId xmlns:a16="http://schemas.microsoft.com/office/drawing/2014/main" id="{A8C5E768-0E62-4DE7-A0AF-93121DA843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6402845F-9E8A-41E1-B051-1AAA46C997A2}"/>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AA45C410-5FD0-4339-A3BC-A865DE4190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7B0B703-8BA8-483C-A433-C44C809687DE}"/>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CCFA03D-B879-419B-88B9-F4F3645C8AF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6B0260A-6B2D-4F54-8614-60BC3103E166}"/>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751AB8F6-0796-47E9-B1D4-760B7CCFC75D}"/>
              </a:ext>
            </a:extLst>
          </p:cNvPr>
          <p:cNvSpPr>
            <a:spLocks noGrp="1"/>
          </p:cNvSpPr>
          <p:nvPr>
            <p:ph type="dt" sz="half" idx="10"/>
          </p:nvPr>
        </p:nvSpPr>
        <p:spPr/>
        <p:txBody>
          <a:bodyPr/>
          <a:lstStyle/>
          <a:p>
            <a:fld id="{DFFC2ADC-3680-4013-A757-E4663495DB98}" type="datetime1">
              <a:rPr lang="en-US" smtClean="0"/>
              <a:t>2/19/24</a:t>
            </a:fld>
            <a:endParaRPr lang="en-US" dirty="0"/>
          </a:p>
        </p:txBody>
      </p:sp>
      <p:sp>
        <p:nvSpPr>
          <p:cNvPr id="5" name="Footer Placeholder 4">
            <a:extLst>
              <a:ext uri="{FF2B5EF4-FFF2-40B4-BE49-F238E27FC236}">
                <a16:creationId xmlns:a16="http://schemas.microsoft.com/office/drawing/2014/main" id="{37886FC0-7327-44D9-B689-0AE73FD25596}"/>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1219D265-BFBA-4C93-9B1A-B9483AE6BF32}"/>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464F5FEB-DE92-47DA-8C46-DC088E8960A4}"/>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251468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637BE-B22F-40EE-94F0-04549BC56238}"/>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AA71582-4BAF-4211-AD4A-476ED6EB115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99DCF6B-C800-4345-BAE9-EE9FA65903F2}"/>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 name="Graphic 185">
            <a:extLst>
              <a:ext uri="{FF2B5EF4-FFF2-40B4-BE49-F238E27FC236}">
                <a16:creationId xmlns:a16="http://schemas.microsoft.com/office/drawing/2014/main" id="{E6190A1E-5381-43C4-B058-7758339984D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F7E35469-0BEA-4E5E-955F-1AA300A62DE5}"/>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8F650BE-565E-4A52-8143-7A87700FC5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6A3F89-AA2A-44E5-915E-C47A069EB68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C57F514-AB27-4489-8D3C-01DD1025DDAD}"/>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141169F-1C39-4D04-AF32-D0D14D004B05}"/>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93087465-759F-4895-8FC6-DD464FB918CA}"/>
              </a:ext>
            </a:extLst>
          </p:cNvPr>
          <p:cNvSpPr>
            <a:spLocks noGrp="1"/>
          </p:cNvSpPr>
          <p:nvPr>
            <p:ph type="dt" sz="half" idx="10"/>
          </p:nvPr>
        </p:nvSpPr>
        <p:spPr/>
        <p:txBody>
          <a:bodyPr/>
          <a:lstStyle/>
          <a:p>
            <a:fld id="{4751BA94-5DCA-4F19-960F-0FB2BD5EE85A}" type="datetime1">
              <a:rPr lang="en-US" smtClean="0"/>
              <a:t>2/19/24</a:t>
            </a:fld>
            <a:endParaRPr lang="en-US" dirty="0"/>
          </a:p>
        </p:txBody>
      </p:sp>
      <p:sp>
        <p:nvSpPr>
          <p:cNvPr id="6" name="Footer Placeholder 5">
            <a:extLst>
              <a:ext uri="{FF2B5EF4-FFF2-40B4-BE49-F238E27FC236}">
                <a16:creationId xmlns:a16="http://schemas.microsoft.com/office/drawing/2014/main" id="{92F1AA18-D8A5-44D9-881C-522258ED54D7}"/>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1C1BA574-A76A-4F4C-8CBD-768278B66E72}"/>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2793E083-ADC4-4391-83DD-781529A6611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71259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1B666-D6BE-4FA8-9CF1-F15FD58B0CBF}"/>
              </a:ext>
            </a:extLst>
          </p:cNvPr>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3BCE4B4A-DE64-4563-83CD-C40B1D681D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1DA0314-0202-4E6D-8352-C28376A9C086}"/>
              </a:ext>
            </a:extLst>
          </p:cNvPr>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7B56083-87B4-4603-B6FF-A9EB68E3E6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133708CF-F028-4917-A9CB-59BF5248A20D}"/>
              </a:ext>
            </a:extLst>
          </p:cNvPr>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0" name="Graphic 185">
            <a:extLst>
              <a:ext uri="{FF2B5EF4-FFF2-40B4-BE49-F238E27FC236}">
                <a16:creationId xmlns:a16="http://schemas.microsoft.com/office/drawing/2014/main" id="{81B934BF-E239-47E1-93E9-EA3182162D21}"/>
              </a:ext>
            </a:extLst>
          </p:cNvPr>
          <p:cNvGrpSpPr/>
          <p:nvPr/>
        </p:nvGrpSpPr>
        <p:grpSpPr>
          <a:xfrm>
            <a:off x="10999563" y="5987064"/>
            <a:ext cx="1054467" cy="469689"/>
            <a:chOff x="9841624" y="4115729"/>
            <a:chExt cx="602170" cy="268223"/>
          </a:xfrm>
          <a:solidFill>
            <a:schemeClr val="tx1"/>
          </a:solidFill>
        </p:grpSpPr>
        <p:sp>
          <p:nvSpPr>
            <p:cNvPr id="11" name="Freeform: Shape 10">
              <a:extLst>
                <a:ext uri="{FF2B5EF4-FFF2-40B4-BE49-F238E27FC236}">
                  <a16:creationId xmlns:a16="http://schemas.microsoft.com/office/drawing/2014/main" id="{C3BBF177-5044-426A-93ED-64BDC84BF184}"/>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4270648-77F5-4D28-B691-DA57AA28FD73}"/>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6086B770-2F70-4B7B-9525-286BBD63AD7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7DDC14D-7AE3-41CD-ADFC-A3601D4F9DF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2181834-8401-4B66-85EE-1CBF57807DA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7" name="Date Placeholder 6">
            <a:extLst>
              <a:ext uri="{FF2B5EF4-FFF2-40B4-BE49-F238E27FC236}">
                <a16:creationId xmlns:a16="http://schemas.microsoft.com/office/drawing/2014/main" id="{A433C091-3B62-4087-9A97-63BBE28CFF17}"/>
              </a:ext>
            </a:extLst>
          </p:cNvPr>
          <p:cNvSpPr>
            <a:spLocks noGrp="1"/>
          </p:cNvSpPr>
          <p:nvPr>
            <p:ph type="dt" sz="half" idx="10"/>
          </p:nvPr>
        </p:nvSpPr>
        <p:spPr/>
        <p:txBody>
          <a:bodyPr/>
          <a:lstStyle/>
          <a:p>
            <a:fld id="{01BED947-38D9-44AC-8B89-E79758333B77}" type="datetime1">
              <a:rPr lang="en-US" smtClean="0"/>
              <a:t>2/19/24</a:t>
            </a:fld>
            <a:endParaRPr lang="en-US" dirty="0"/>
          </a:p>
        </p:txBody>
      </p:sp>
      <p:sp>
        <p:nvSpPr>
          <p:cNvPr id="8" name="Footer Placeholder 7">
            <a:extLst>
              <a:ext uri="{FF2B5EF4-FFF2-40B4-BE49-F238E27FC236}">
                <a16:creationId xmlns:a16="http://schemas.microsoft.com/office/drawing/2014/main" id="{870710C3-2723-4847-BCAF-96D9FAE50555}"/>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96618B2C-95AC-4438-97FD-07ACF297B8FE}"/>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7" name="Oval 16">
            <a:extLst>
              <a:ext uri="{FF2B5EF4-FFF2-40B4-BE49-F238E27FC236}">
                <a16:creationId xmlns:a16="http://schemas.microsoft.com/office/drawing/2014/main" id="{D6B0F5A7-6E8A-4BCD-8F1F-233ECD21B26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756720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9CF7F-748D-4598-983E-96A2BE26930A}"/>
              </a:ext>
            </a:extLst>
          </p:cNvPr>
          <p:cNvSpPr>
            <a:spLocks noGrp="1"/>
          </p:cNvSpPr>
          <p:nvPr>
            <p:ph type="title"/>
          </p:nvPr>
        </p:nvSpPr>
        <p:spPr/>
        <p:txBody>
          <a:bodyPr/>
          <a:lstStyle/>
          <a:p>
            <a:r>
              <a:rPr lang="en-US" dirty="0"/>
              <a:t>Click to edit Master title style</a:t>
            </a:r>
          </a:p>
        </p:txBody>
      </p:sp>
      <p:grpSp>
        <p:nvGrpSpPr>
          <p:cNvPr id="6" name="Graphic 185">
            <a:extLst>
              <a:ext uri="{FF2B5EF4-FFF2-40B4-BE49-F238E27FC236}">
                <a16:creationId xmlns:a16="http://schemas.microsoft.com/office/drawing/2014/main" id="{DFD4D3BE-80D4-4E69-9C76-F0D8517DF690}"/>
              </a:ext>
            </a:extLst>
          </p:cNvPr>
          <p:cNvGrpSpPr/>
          <p:nvPr/>
        </p:nvGrpSpPr>
        <p:grpSpPr>
          <a:xfrm>
            <a:off x="10999563" y="5987064"/>
            <a:ext cx="1054467" cy="469689"/>
            <a:chOff x="9841624" y="4115729"/>
            <a:chExt cx="602170" cy="268223"/>
          </a:xfrm>
          <a:solidFill>
            <a:schemeClr val="tx1"/>
          </a:solidFill>
        </p:grpSpPr>
        <p:sp>
          <p:nvSpPr>
            <p:cNvPr id="7" name="Freeform: Shape 6">
              <a:extLst>
                <a:ext uri="{FF2B5EF4-FFF2-40B4-BE49-F238E27FC236}">
                  <a16:creationId xmlns:a16="http://schemas.microsoft.com/office/drawing/2014/main" id="{A0B6E97F-00E1-4372-8978-8BCBDC9026E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CC7651B7-7A30-4AFA-A4D7-0B0C5D2DDA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FD2FC5CA-556B-4409-B084-34753A1F04E6}"/>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E63FB41-EE1F-4889-9096-3A38936330D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DD19F3B-7B3E-4861-8FDA-D0116C96C16E}"/>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 name="Date Placeholder 2">
            <a:extLst>
              <a:ext uri="{FF2B5EF4-FFF2-40B4-BE49-F238E27FC236}">
                <a16:creationId xmlns:a16="http://schemas.microsoft.com/office/drawing/2014/main" id="{410A2C46-C908-4010-AAE2-9FA41B145C4D}"/>
              </a:ext>
            </a:extLst>
          </p:cNvPr>
          <p:cNvSpPr>
            <a:spLocks noGrp="1"/>
          </p:cNvSpPr>
          <p:nvPr>
            <p:ph type="dt" sz="half" idx="10"/>
          </p:nvPr>
        </p:nvSpPr>
        <p:spPr/>
        <p:txBody>
          <a:bodyPr/>
          <a:lstStyle/>
          <a:p>
            <a:fld id="{3781E23F-BD3C-4F23-B116-2B758120C8AC}" type="datetime1">
              <a:rPr lang="en-US" smtClean="0"/>
              <a:t>2/19/24</a:t>
            </a:fld>
            <a:endParaRPr lang="en-US" dirty="0"/>
          </a:p>
        </p:txBody>
      </p:sp>
      <p:sp>
        <p:nvSpPr>
          <p:cNvPr id="4" name="Footer Placeholder 3">
            <a:extLst>
              <a:ext uri="{FF2B5EF4-FFF2-40B4-BE49-F238E27FC236}">
                <a16:creationId xmlns:a16="http://schemas.microsoft.com/office/drawing/2014/main" id="{C7CF5279-7D37-4D98-9A70-987C84F62C2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896FAD0-59EF-49AA-BBC6-A0EC184DD2C9}"/>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3" name="Oval 12">
            <a:extLst>
              <a:ext uri="{FF2B5EF4-FFF2-40B4-BE49-F238E27FC236}">
                <a16:creationId xmlns:a16="http://schemas.microsoft.com/office/drawing/2014/main" id="{876EB399-18D2-46D5-8757-35FCFF8EA80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4178901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aphic 185">
            <a:extLst>
              <a:ext uri="{FF2B5EF4-FFF2-40B4-BE49-F238E27FC236}">
                <a16:creationId xmlns:a16="http://schemas.microsoft.com/office/drawing/2014/main" id="{773CCE17-EE0F-40E0-B7AE-CF7677B64709}"/>
              </a:ext>
            </a:extLst>
          </p:cNvPr>
          <p:cNvGrpSpPr/>
          <p:nvPr/>
        </p:nvGrpSpPr>
        <p:grpSpPr>
          <a:xfrm>
            <a:off x="10999563" y="5987064"/>
            <a:ext cx="1054467" cy="469689"/>
            <a:chOff x="9841624" y="4115729"/>
            <a:chExt cx="602170" cy="268223"/>
          </a:xfrm>
          <a:solidFill>
            <a:schemeClr val="tx1"/>
          </a:solidFill>
        </p:grpSpPr>
        <p:sp>
          <p:nvSpPr>
            <p:cNvPr id="6" name="Freeform: Shape 5">
              <a:extLst>
                <a:ext uri="{FF2B5EF4-FFF2-40B4-BE49-F238E27FC236}">
                  <a16:creationId xmlns:a16="http://schemas.microsoft.com/office/drawing/2014/main" id="{B0AC6C4E-6EA5-454A-AB84-8B94D8B585EC}"/>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B4329338-925B-4677-BA6E-4357D37DB54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334C0A08-043F-4818-BA1D-BCC9F811A87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CB185DD-ED0D-4633-8098-95C4A6F177C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AD50526-B611-40B6-BB45-AE82F0EF5992}"/>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 name="Date Placeholder 1">
            <a:extLst>
              <a:ext uri="{FF2B5EF4-FFF2-40B4-BE49-F238E27FC236}">
                <a16:creationId xmlns:a16="http://schemas.microsoft.com/office/drawing/2014/main" id="{0708C302-4224-4668-8CAC-3267172A0C93}"/>
              </a:ext>
            </a:extLst>
          </p:cNvPr>
          <p:cNvSpPr>
            <a:spLocks noGrp="1"/>
          </p:cNvSpPr>
          <p:nvPr>
            <p:ph type="dt" sz="half" idx="10"/>
          </p:nvPr>
        </p:nvSpPr>
        <p:spPr/>
        <p:txBody>
          <a:bodyPr/>
          <a:lstStyle/>
          <a:p>
            <a:fld id="{473CFAA9-6D59-4D98-869E-ACBDB83B2CA4}" type="datetime1">
              <a:rPr lang="en-US" smtClean="0"/>
              <a:t>2/19/24</a:t>
            </a:fld>
            <a:endParaRPr lang="en-US"/>
          </a:p>
        </p:txBody>
      </p:sp>
      <p:sp>
        <p:nvSpPr>
          <p:cNvPr id="3" name="Footer Placeholder 2">
            <a:extLst>
              <a:ext uri="{FF2B5EF4-FFF2-40B4-BE49-F238E27FC236}">
                <a16:creationId xmlns:a16="http://schemas.microsoft.com/office/drawing/2014/main" id="{F0C8FC22-AEB6-4BAF-BF93-41A2C757CCC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252CA88A-5462-4F17-AFA0-52721ADDBB8F}"/>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2" name="Oval 11">
            <a:extLst>
              <a:ext uri="{FF2B5EF4-FFF2-40B4-BE49-F238E27FC236}">
                <a16:creationId xmlns:a16="http://schemas.microsoft.com/office/drawing/2014/main" id="{70CCC791-94D7-4BB8-9EDF-423CEA1F6215}"/>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232878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AC37-C5B5-462A-BE4A-E55CEBF2A341}"/>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6A4B007F-32A8-4688-BBEF-4FCB99DF5E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1DF2E2EB-BF8A-44A4-8AE0-BD6C31B1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grpSp>
        <p:nvGrpSpPr>
          <p:cNvPr id="8" name="Graphic 185">
            <a:extLst>
              <a:ext uri="{FF2B5EF4-FFF2-40B4-BE49-F238E27FC236}">
                <a16:creationId xmlns:a16="http://schemas.microsoft.com/office/drawing/2014/main" id="{FC9E188F-54C8-4547-9F8C-525712AD7DB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99C4538-3939-47A9-A590-09FF2196065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541CA75-5D05-4996-A26D-CE0C909CD5F7}"/>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86305856-26BC-4BCC-BEF3-5E9CED94177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69651C-AC37-4CD2-8367-19297D7E2389}"/>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3E9031B-BA8D-4D9D-9BB3-A16F7A80F85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269840A2-CF60-4C47-B955-E65BC451FE73}"/>
              </a:ext>
            </a:extLst>
          </p:cNvPr>
          <p:cNvSpPr>
            <a:spLocks noGrp="1"/>
          </p:cNvSpPr>
          <p:nvPr>
            <p:ph type="dt" sz="half" idx="10"/>
          </p:nvPr>
        </p:nvSpPr>
        <p:spPr/>
        <p:txBody>
          <a:bodyPr/>
          <a:lstStyle/>
          <a:p>
            <a:fld id="{DC410804-27E3-430A-BB42-B831260DE39A}" type="datetime1">
              <a:rPr lang="en-US" smtClean="0"/>
              <a:t>2/19/24</a:t>
            </a:fld>
            <a:endParaRPr lang="en-US" dirty="0"/>
          </a:p>
        </p:txBody>
      </p:sp>
      <p:sp>
        <p:nvSpPr>
          <p:cNvPr id="6" name="Footer Placeholder 5">
            <a:extLst>
              <a:ext uri="{FF2B5EF4-FFF2-40B4-BE49-F238E27FC236}">
                <a16:creationId xmlns:a16="http://schemas.microsoft.com/office/drawing/2014/main" id="{3179DC6E-CC55-47AB-A405-5FB7EE2D191D}"/>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6D5D5E7D-EBA7-4DB0-8C78-7EB8A85FA4FF}"/>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C5B051DE-636E-4B3C-9886-2055CE23E49A}"/>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777550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D355-3146-41D1-B7DC-20B8ACE390AC}"/>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FAD4AAFB-E8F8-4FD1-8C6A-ED2C3FAD50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E051AF1-B16F-43B9-95CC-C17B570DEC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grpSp>
        <p:nvGrpSpPr>
          <p:cNvPr id="8" name="Graphic 185">
            <a:extLst>
              <a:ext uri="{FF2B5EF4-FFF2-40B4-BE49-F238E27FC236}">
                <a16:creationId xmlns:a16="http://schemas.microsoft.com/office/drawing/2014/main" id="{C8B77273-9FF7-4B93-8385-AD09A5F86AE5}"/>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3117A673-3729-4EAD-9E8C-52BEBF74B857}"/>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E8DB752-94CD-4A94-BDE3-DD285EB89F3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F8DDFC-E5CA-4F36-B2BE-BCE49D4F6C9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BB589AE-2F9C-4C83-8DC7-1205CB03752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AC9A2DE-3C9E-4CD0-8C7A-CC5F9F9942E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D68C8714-2467-4715-934E-6787C84F7929}"/>
              </a:ext>
            </a:extLst>
          </p:cNvPr>
          <p:cNvSpPr>
            <a:spLocks noGrp="1"/>
          </p:cNvSpPr>
          <p:nvPr>
            <p:ph type="dt" sz="half" idx="10"/>
          </p:nvPr>
        </p:nvSpPr>
        <p:spPr/>
        <p:txBody>
          <a:bodyPr/>
          <a:lstStyle/>
          <a:p>
            <a:fld id="{60E22DE3-3D1A-4D53-B9A6-6C7463B8C992}" type="datetime1">
              <a:rPr lang="en-US" smtClean="0"/>
              <a:t>2/19/24</a:t>
            </a:fld>
            <a:endParaRPr lang="en-US" dirty="0"/>
          </a:p>
        </p:txBody>
      </p:sp>
      <p:sp>
        <p:nvSpPr>
          <p:cNvPr id="6" name="Footer Placeholder 5">
            <a:extLst>
              <a:ext uri="{FF2B5EF4-FFF2-40B4-BE49-F238E27FC236}">
                <a16:creationId xmlns:a16="http://schemas.microsoft.com/office/drawing/2014/main" id="{A46F13D6-03EC-4D31-8BB1-9FFDE3633C2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7C65D4DD-A2A4-4DF6-9527-E5F12FEB936C}"/>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FD202F3A-9FDE-4E11-B865-FBAEC415F88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6542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A871-D377-4EC0-9ACF-86842F01E1D0}"/>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F3D53202-92A9-45A3-B812-777DB9578B44}"/>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aphic 185">
            <a:extLst>
              <a:ext uri="{FF2B5EF4-FFF2-40B4-BE49-F238E27FC236}">
                <a16:creationId xmlns:a16="http://schemas.microsoft.com/office/drawing/2014/main" id="{7196FB0C-3A9D-4892-90C9-21F3459AAD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16938C96-CF0F-4B69-A695-913F11BFC6F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3CA7E6BB-6B60-4BF5-9D3E-A3FE782EF5B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F693EDA-57B3-4AEB-863B-B198C2A5A8E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3A04A96-045F-4B6E-AEEE-11A2FA01B4F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FB357DC-5AD3-44F4-879B-5AD6B18AC36F}"/>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A2CA47F-83AD-4BE3-AC2F-6C17883F78C7}"/>
              </a:ext>
            </a:extLst>
          </p:cNvPr>
          <p:cNvSpPr>
            <a:spLocks noGrp="1"/>
          </p:cNvSpPr>
          <p:nvPr>
            <p:ph type="dt" sz="half" idx="10"/>
          </p:nvPr>
        </p:nvSpPr>
        <p:spPr/>
        <p:txBody>
          <a:bodyPr/>
          <a:lstStyle/>
          <a:p>
            <a:fld id="{46BA7D41-E8B7-4A0B-B861-3EC4AE88917D}" type="datetime1">
              <a:rPr lang="en-US" smtClean="0"/>
              <a:t>2/19/24</a:t>
            </a:fld>
            <a:endParaRPr lang="en-US" dirty="0"/>
          </a:p>
        </p:txBody>
      </p:sp>
      <p:sp>
        <p:nvSpPr>
          <p:cNvPr id="5" name="Footer Placeholder 4">
            <a:extLst>
              <a:ext uri="{FF2B5EF4-FFF2-40B4-BE49-F238E27FC236}">
                <a16:creationId xmlns:a16="http://schemas.microsoft.com/office/drawing/2014/main" id="{21118A72-3200-4597-A9C5-0D9ECFF3E8CD}"/>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D70055A-71D4-49B4-8A8F-19AFDB84E958}"/>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0B0E5D27-C447-432F-982D-B60FDD6F34A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425122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C59DBB-9256-464D-8A6A-8BDA71541D6A}"/>
              </a:ext>
            </a:extLst>
          </p:cNvPr>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6A25E310-E6CB-4838-8E9B-B288DA552776}"/>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aphic 185">
            <a:extLst>
              <a:ext uri="{FF2B5EF4-FFF2-40B4-BE49-F238E27FC236}">
                <a16:creationId xmlns:a16="http://schemas.microsoft.com/office/drawing/2014/main" id="{BCF412A8-E798-47AD-ABD9-98D76A55D30B}"/>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E70160C5-475D-401A-AEE2-2C04E99A1518}"/>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07CC7CE9-9C7F-49C2-8609-47BF523390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26FD5F1-978C-45AF-9086-D5DBE1F01681}"/>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873AB1C-723A-4FB4-9B23-65BAF507483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1DE5510-5094-4FA4-96E5-AD4841D1C38A}"/>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7CE2202-679F-48B0-B2DD-F6F54711224B}"/>
              </a:ext>
            </a:extLst>
          </p:cNvPr>
          <p:cNvSpPr>
            <a:spLocks noGrp="1"/>
          </p:cNvSpPr>
          <p:nvPr>
            <p:ph type="dt" sz="half" idx="10"/>
          </p:nvPr>
        </p:nvSpPr>
        <p:spPr/>
        <p:txBody>
          <a:bodyPr/>
          <a:lstStyle/>
          <a:p>
            <a:fld id="{A7C34823-0B19-4B4E-A643-7A3B0A3D24D6}" type="datetime1">
              <a:rPr lang="en-US" smtClean="0"/>
              <a:t>2/19/24</a:t>
            </a:fld>
            <a:endParaRPr lang="en-US" dirty="0"/>
          </a:p>
        </p:txBody>
      </p:sp>
      <p:sp>
        <p:nvSpPr>
          <p:cNvPr id="5" name="Footer Placeholder 4">
            <a:extLst>
              <a:ext uri="{FF2B5EF4-FFF2-40B4-BE49-F238E27FC236}">
                <a16:creationId xmlns:a16="http://schemas.microsoft.com/office/drawing/2014/main" id="{D07BC83D-E4C0-49E1-ADA1-1AF403984BD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31BF211E-B2EA-4CDC-9E84-B6898394921B}"/>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1FE2F5FD-5D31-4C1D-82F8-93624C7B0A3C}"/>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967675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3F5C3-CD4B-4472-B59A-49D460CB1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772236B-AB2C-4D6F-AE15-700992DA9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90F509-07BE-4446-8772-F44E09936B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cap="all" spc="100" baseline="0">
                <a:solidFill>
                  <a:schemeClr val="tx1">
                    <a:tint val="75000"/>
                  </a:schemeClr>
                </a:solidFill>
                <a:latin typeface="+mn-lt"/>
                <a:ea typeface="Source Sans Pro SemiBold" panose="020B0603030403020204" pitchFamily="34" charset="0"/>
              </a:defRPr>
            </a:lvl1pPr>
          </a:lstStyle>
          <a:p>
            <a:fld id="{5ECD8B30-1B71-45A1-8314-D59C86F581E1}" type="datetime1">
              <a:rPr lang="en-US" smtClean="0"/>
              <a:pPr/>
              <a:t>2/19/24</a:t>
            </a:fld>
            <a:endParaRPr lang="en-US" b="1" dirty="0"/>
          </a:p>
        </p:txBody>
      </p:sp>
      <p:sp>
        <p:nvSpPr>
          <p:cNvPr id="5" name="Footer Placeholder 4">
            <a:extLst>
              <a:ext uri="{FF2B5EF4-FFF2-40B4-BE49-F238E27FC236}">
                <a16:creationId xmlns:a16="http://schemas.microsoft.com/office/drawing/2014/main" id="{501B927E-3833-4F85-99B5-56B5F1E54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cap="all" spc="100" baseline="0">
                <a:solidFill>
                  <a:schemeClr val="tx1">
                    <a:tint val="75000"/>
                  </a:schemeClr>
                </a:solidFill>
                <a:latin typeface="+mn-lt"/>
                <a:ea typeface="Source Sans Pro SemiBold" panose="020B0603030403020204" pitchFamily="34" charset="0"/>
              </a:defRPr>
            </a:lvl1pPr>
          </a:lstStyle>
          <a:p>
            <a:r>
              <a:rPr lang="en-US" dirty="0"/>
              <a:t>Sample Footer Text</a:t>
            </a:r>
            <a:endParaRPr lang="en-US" b="1" dirty="0"/>
          </a:p>
        </p:txBody>
      </p:sp>
      <p:sp>
        <p:nvSpPr>
          <p:cNvPr id="6" name="Slide Number Placeholder 5">
            <a:extLst>
              <a:ext uri="{FF2B5EF4-FFF2-40B4-BE49-F238E27FC236}">
                <a16:creationId xmlns:a16="http://schemas.microsoft.com/office/drawing/2014/main" id="{E628CB64-4E98-43DE-B543-7BE5B329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cap="all" spc="100" baseline="0">
                <a:solidFill>
                  <a:schemeClr val="tx1">
                    <a:tint val="75000"/>
                  </a:schemeClr>
                </a:solidFill>
                <a:latin typeface="+mn-lt"/>
                <a:ea typeface="Source Sans Pro SemiBold" panose="020B0603030403020204" pitchFamily="34" charset="0"/>
              </a:defRPr>
            </a:lvl1pPr>
          </a:lstStyle>
          <a:p>
            <a:fld id="{F3450C42-9A0B-4425-92C2-70FCF7C45734}" type="slidenum">
              <a:rPr lang="en-US" smtClean="0"/>
              <a:pPr/>
              <a:t>‹#›</a:t>
            </a:fld>
            <a:endParaRPr lang="en-US" b="1" dirty="0"/>
          </a:p>
        </p:txBody>
      </p:sp>
    </p:spTree>
    <p:extLst>
      <p:ext uri="{BB962C8B-B14F-4D97-AF65-F5344CB8AC3E}">
        <p14:creationId xmlns:p14="http://schemas.microsoft.com/office/powerpoint/2010/main" val="1178781375"/>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1" r:id="rId6"/>
    <p:sldLayoutId id="2147483687" r:id="rId7"/>
    <p:sldLayoutId id="2147483688" r:id="rId8"/>
    <p:sldLayoutId id="2147483689" r:id="rId9"/>
    <p:sldLayoutId id="2147483690" r:id="rId10"/>
    <p:sldLayoutId id="214748369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0.png"/><Relationship Id="rId7" Type="http://schemas.openxmlformats.org/officeDocument/2006/relationships/diagramColors" Target="../diagrams/colors1.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4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p:cNvSpPr>
            <a:spLocks noGrp="1"/>
          </p:cNvSpPr>
          <p:nvPr>
            <p:ph type="ctrTitle"/>
          </p:nvPr>
        </p:nvSpPr>
        <p:spPr>
          <a:xfrm>
            <a:off x="735702" y="507238"/>
            <a:ext cx="3630531" cy="3845891"/>
          </a:xfrm>
        </p:spPr>
        <p:txBody>
          <a:bodyPr>
            <a:normAutofit/>
          </a:bodyPr>
          <a:lstStyle/>
          <a:p>
            <a:pPr algn="l"/>
            <a:r>
              <a:rPr lang="en-US" sz="2000" dirty="0">
                <a:latin typeface="Arial" panose="020B0604020202020204" pitchFamily="34" charset="0"/>
                <a:cs typeface="Arial" panose="020B0604020202020204" pitchFamily="34" charset="0"/>
              </a:rPr>
              <a:t>Fortifying Our Shield:</a:t>
            </a:r>
            <a:endParaRPr lang="en-US" sz="2000" dirty="0"/>
          </a:p>
        </p:txBody>
      </p:sp>
      <p:sp>
        <p:nvSpPr>
          <p:cNvPr id="3" name="Subtitle 2"/>
          <p:cNvSpPr>
            <a:spLocks noGrp="1"/>
          </p:cNvSpPr>
          <p:nvPr>
            <p:ph type="subTitle" idx="1"/>
          </p:nvPr>
        </p:nvSpPr>
        <p:spPr>
          <a:xfrm>
            <a:off x="735703" y="4445204"/>
            <a:ext cx="3522504" cy="1781123"/>
          </a:xfrm>
        </p:spPr>
        <p:txBody>
          <a:bodyPr>
            <a:normAutofit/>
          </a:bodyPr>
          <a:lstStyle/>
          <a:p>
            <a:pPr algn="l"/>
            <a:r>
              <a:rPr lang="en-US" b="1" dirty="0">
                <a:latin typeface="Arial" panose="020B0604020202020204" pitchFamily="34" charset="0"/>
                <a:cs typeface="Arial" panose="020B0604020202020204" pitchFamily="34" charset="0"/>
              </a:rPr>
              <a:t>Cybersecurity Awareness at Zeta Alpha Medical</a:t>
            </a:r>
            <a:endParaRPr lang="en-US" dirty="0"/>
          </a:p>
        </p:txBody>
      </p:sp>
      <p:pic>
        <p:nvPicPr>
          <p:cNvPr id="5" name="Picture 4">
            <a:extLst>
              <a:ext uri="{FF2B5EF4-FFF2-40B4-BE49-F238E27FC236}">
                <a16:creationId xmlns:a16="http://schemas.microsoft.com/office/drawing/2014/main" id="{BE3118B3-A4DA-A149-60A3-D93EB169C073}"/>
              </a:ext>
            </a:extLst>
          </p:cNvPr>
          <p:cNvPicPr>
            <a:picLocks noChangeAspect="1"/>
          </p:cNvPicPr>
          <p:nvPr/>
        </p:nvPicPr>
        <p:blipFill rotWithShape="1">
          <a:blip r:embed="rId3"/>
          <a:srcRect l="21426" r="28574"/>
          <a:stretch/>
        </p:blipFill>
        <p:spPr>
          <a:xfrm>
            <a:off x="5467894" y="590861"/>
            <a:ext cx="5290998" cy="5290998"/>
          </a:xfrm>
          <a:custGeom>
            <a:avLst/>
            <a:gdLst/>
            <a:ahLst/>
            <a:cxnLst/>
            <a:rect l="l" t="t" r="r" b="b"/>
            <a:pathLst>
              <a:path w="5290998" h="5290998">
                <a:moveTo>
                  <a:pt x="2645499" y="0"/>
                </a:moveTo>
                <a:cubicBezTo>
                  <a:pt x="4106568" y="0"/>
                  <a:pt x="5290998" y="1184430"/>
                  <a:pt x="5290998" y="2645499"/>
                </a:cubicBezTo>
                <a:cubicBezTo>
                  <a:pt x="5290998" y="4106568"/>
                  <a:pt x="4106568" y="5290998"/>
                  <a:pt x="2645499" y="5290998"/>
                </a:cubicBezTo>
                <a:cubicBezTo>
                  <a:pt x="1184430" y="5290998"/>
                  <a:pt x="0" y="4106568"/>
                  <a:pt x="0" y="2645499"/>
                </a:cubicBezTo>
                <a:cubicBezTo>
                  <a:pt x="0" y="1184430"/>
                  <a:pt x="1184430" y="0"/>
                  <a:pt x="2645499" y="0"/>
                </a:cubicBezTo>
                <a:close/>
              </a:path>
            </a:pathLst>
          </a:custGeom>
          <a:ln w="25400">
            <a:noFill/>
          </a:ln>
        </p:spPr>
      </p:pic>
      <p:sp>
        <p:nvSpPr>
          <p:cNvPr id="22"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58925" y="823301"/>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4" name="Graphic 212">
            <a:extLst>
              <a:ext uri="{FF2B5EF4-FFF2-40B4-BE49-F238E27FC236}">
                <a16:creationId xmlns:a16="http://schemas.microsoft.com/office/drawing/2014/main" id="{A499C65A-9B02-4D7F-BD68-CD38D88055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58925" y="823301"/>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6"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70622" y="1755501"/>
            <a:ext cx="1598829" cy="531293"/>
            <a:chOff x="2504802" y="1755501"/>
            <a:chExt cx="1598829" cy="531293"/>
          </a:xfrm>
          <a:solidFill>
            <a:schemeClr val="tx1"/>
          </a:solidFill>
        </p:grpSpPr>
        <p:sp>
          <p:nvSpPr>
            <p:cNvPr id="27" name="Freeform: Shape 26">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grpSp>
        <p:nvGrpSpPr>
          <p:cNvPr id="30" name="Graphic 4">
            <a:extLst>
              <a:ext uri="{FF2B5EF4-FFF2-40B4-BE49-F238E27FC236}">
                <a16:creationId xmlns:a16="http://schemas.microsoft.com/office/drawing/2014/main" id="{1F4896D7-5AD0-4505-BCCD-82262CFEE2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035286" y="3429061"/>
            <a:ext cx="1861484" cy="1861513"/>
            <a:chOff x="5734037" y="3067039"/>
            <a:chExt cx="724483" cy="724489"/>
          </a:xfrm>
          <a:solidFill>
            <a:schemeClr val="tx1"/>
          </a:solidFill>
        </p:grpSpPr>
        <p:sp>
          <p:nvSpPr>
            <p:cNvPr id="31" name="Freeform: Shape 30">
              <a:extLst>
                <a:ext uri="{FF2B5EF4-FFF2-40B4-BE49-F238E27FC236}">
                  <a16:creationId xmlns:a16="http://schemas.microsoft.com/office/drawing/2014/main" id="{83C04C31-4BBB-4AC5-A222-4E79BDDF6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90890F0-A440-4A5F-89E2-860A604251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F9BA7632-2294-4740-BB61-DFA5017B7B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D025C556-497E-4B62-9131-98448B5A7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C467884A-CD29-4BCE-A1A4-1E629953FC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3A1BC11-A782-4A26-87D0-76C92BAB7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8787142E-1022-4109-9141-85FF9C22EC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763BCB7E-36CC-4105-9CDA-BFB80F3FF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A6EF2588-350F-4CCE-9BF8-799EC71961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0A696712-7E60-48CD-A6F8-91754B090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244E95B-2BBF-4335-BEFC-BA135EF949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0D692242-534C-4A58-90D7-43A781D23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BC72B2EF-E5D1-46BF-B7FE-A9D174508B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48805B31-6BA4-45FA-8180-436B2EC419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51B376A0-4543-4AE3-8071-5C746BADEC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0824AEB4-F797-4131-AD1A-BCB807B08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399A867-568D-43D3-8F17-6644C8D09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9953DBA6-7A8F-4369-8F18-DC19A21B43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D9167760-8210-45B7-96C9-462EB82D8E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3B578C99-7B91-480A-B8CA-B9FB3AF17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CDF91670-E084-4B4B-9F86-75DD43CBE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8FC99F2F-C73F-444D-B4BB-C02E463AB2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7F3FF604-A6A9-4EDC-868C-696B92122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38D6C5BB-BF17-4FE8-B611-578E8EBE9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A80A8D66-3FA7-4C04-AEDC-D8F94AA43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3DE9B826-6E87-4EF5-AA9D-F55BB3A21D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BAEEC53-BED0-4ACB-94B4-818158D7EF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30709FE3-3633-4C01-AAD6-75ADD93953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C0D68B00-260E-4EFC-A1FE-8B04EB5A7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360AF8DD-D1D2-43F3-83E5-ECF20A0916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87B3F103-7F53-4D5E-B9A2-DE4F0B78D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BBECD20-3735-4F14-8816-26D648091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00687DC-38D4-44B7-BA7D-D8A0BA155F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23AFC6B0-2B60-47B1-B854-A02279C706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39963332-7F58-48B9-9BAB-87C986F39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342BD313-0F6E-4DC3-B8A8-861289801F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2253CE00-9D58-4821-B362-2552C433B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7E89086E-98CE-4697-8CE7-B2E7DB2E8C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2CE9357F-710D-4D3B-90C1-CF19E73F2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170ED7F2-AD38-47BC-B6A1-FF7E20AFDE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02600E9C-0B0F-45ED-A2CF-DE0240B2B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B07D2066-6599-4BD0-9CD5-7289EB1B81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7BF96C0D-1DEE-47F2-A950-16BC0896F5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FD254ABE-505D-4C6A-9267-BFB78FBB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822BBE38-BC6F-4DDE-BD6D-2B496CE42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1046D1FA-C431-4F16-8BDD-71C614D798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CF387987-DEF1-447C-BC86-281AC0B3D6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9808DF01-2715-4215-81F1-B8C178304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AED7F897-8A4F-4F3D-BFB1-738BCDCA9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9B51B8B7-D508-44C3-AFC5-820557A94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7FBC6B94-2A13-4303-AE51-334E386DA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27897959-2F8E-4A05-9EA8-5B0329B574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0522AB50-D351-40F4-8A88-E856C1F27F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221AFD52-C13F-4A20-B1DB-13C1A9A3D8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8E789B3B-F514-4E02-8C1A-2F85817AA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9E473BAC-3DA1-4D63-9D6C-2B993665F6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F385DCF4-8F59-4838-B86C-2B3EF0BCE7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3EC5A02E-609A-4C39-A35D-E8D038F7C9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7AB67B18-1821-4367-A7B6-CC2FFF66D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DFCAC56E-4767-4984-9FE7-2C3CA57D01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0A1929ED-CEB2-4C49-B2ED-A206D37935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01D632F9-2F59-4C8D-B1BC-1CB0D15C36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03B9F80B-CAEF-442C-A218-E2B069545B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526A626E-CC14-4106-8AD4-DB3D81CD6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7CD710B8-B5DF-495F-ACEA-CFB9308CB5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E550C81D-B0B8-4DB8-A12C-B62944D07F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4EB82E53-B337-43EB-BFF8-1466F10E8B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D1DCEF3A-2B54-4AA2-9BFD-57EA4A2468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9F122967-34EF-4575-8E59-75D77FCD07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87EBF9D-3949-4CCE-BB87-9784668346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58A1183F-B28F-4BAD-A14B-3940A6E92F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A81851B7-6D8F-454C-BBAA-498426069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99759A7A-483F-4DB0-8677-C6AB61E197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BDD1E55B-DE82-4811-BB33-1468396D2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F4B0251C-DACC-4A24-83BA-3D95F8D19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647EF9B-D99D-48C1-B61E-19B85F4714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EB55DF3C-DDF0-4B01-849E-46A6634655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09149238-5A44-4264-84E6-DD25E7C01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4E6925C1-B440-4C1C-8829-2E6D9EE142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937B5BDB-32A7-4C47-A984-AF2316600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9B5A7D9C-91C9-49A3-8AD5-DB49632FD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C64B015D-AFCF-4AB2-AE58-A069B06DB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A4407931-9375-400F-88AC-C63D4E9E9C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554278B7-45C8-46E4-885A-69208D598B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3A806AB0-FBD6-41CD-997C-A76266D37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719E2D6D-6D96-4348-954B-3657A0B06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9794AABE-9C3E-4A8C-820F-0FDF65213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1DBEC39D-5464-46CA-B62B-24826F1F4D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41807973-667B-4780-B3AA-4ADC32DB3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970D793C-C9EE-467B-8385-42B6905A00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94695A53-78EB-4811-8BBC-4707F30169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0576416F-0C2E-4D01-9357-5C73ADF85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A091FE22-8667-4F89-A333-BA9A0917E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CB779008-969D-4FA8-BB6C-3BBBCF919E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CDAF3B96-0DFB-44BA-959D-BF9643FFE2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5F66F5FF-98B2-4453-8175-EB602A6A03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751D9683-9D41-4058-B90B-99146FC2F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0907098D-1005-4522-BA21-F1534CBACF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5BFEF082-7E02-4ED8-B9D1-F0FC47FEC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4429C269-222E-4EFB-97B9-08FA243CE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C460F7F-5702-4281-850B-59E4182A71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A329057C-293F-4933-9DEA-2463E66D4B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7274CBA8-6253-4229-AC37-1D7126639E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B7ABAAD2-23FD-4AF4-8506-3CDDC5607B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27A85620-3B33-477A-949C-3F221DCC2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247316E-E815-4CE3-9EC0-8DC8391EB4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3D047E26-5A98-4B49-A453-C71D894500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40C95BF-A85B-4251-A817-35A7B4F71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EA4FDA2F-E340-40E6-8678-8F4F9EB3D4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D94A3796-87FD-436D-8309-857F9B4898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2B20BE68-41F5-4E59-87CD-A8654B123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7FD87938-B42E-45E5-ABB8-936E00A244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EA46A837-6AA3-4099-8055-251ED6D7D4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B9D871B1-B4D0-4667-B5FA-21AE12E501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77E102A-1E9D-44C8-9DA0-1B4B61444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42DB4921-ECFC-42CD-B91B-56AB1FE263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3156177C-2880-4AAF-BFC7-C3EA4AD09A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B7C807E0-34AB-4AC3-A674-D7E438C603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93AD80AB-575A-4D50-A561-CE310E06BF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E4C11A99-7E93-4B54-B1CE-D90D45325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25A3E814-2D04-4881-B9E9-81ADDC0C97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073D9FB4-F4AF-4974-A734-C9300D2107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081A1414-A8F5-43F1-BA51-B058EF2C05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E41588DC-3C7F-4695-A42A-B5ABEA8B51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3884DF6D-4C87-4B4A-A918-B3F3C8BE35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CF26F2A0-B8D0-48D4-A9A9-BEB75CFF1F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7A9177E1-A6DC-4200-9D85-31A348E027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7DA218E3-83A8-45E8-B2E3-4B693606C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31E51433-E260-493C-8A94-FCE7FD9BA2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3A74FFD3-BE5F-435D-AC22-825B6E049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3420F88-93EB-4790-A2BD-EFF61E77B0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3875302B-159F-4E81-AD49-154BAA8FD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BE9966CE-BC06-4CEB-877D-34D9D1C2E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889924EA-8A9B-4ED5-8CF2-E184EE89D2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300C1FB1-E227-40EE-A773-071D080B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14F26B5D-6E35-40E8-90DF-FD65CB33FA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059D8F05-F701-45A6-9377-454642C212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5F57ACF8-D510-4715-B964-20D980558C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51053CDD-687F-481B-86FB-56DA74C55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76B24CA5-1578-43AE-8ED8-CB9F7EA620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A3208550-AB5B-4E2B-914A-270D30163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D4120D7E-20EE-4413-A541-781EA43508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9C0CC66E-BFF1-47FD-8C37-092016FBE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9D9AD44-3983-44A2-9DBA-6C5FF3C47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71915592-B946-43D1-AE24-B72B17FC58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AC48622-C7DC-416F-B14F-AB0C6A3EF5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C122E9A7-0590-453C-AC3A-88265131C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78246847-0B72-46B3-9243-7A7B92E212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207FF669-6E9C-47DF-A1A0-6676692794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06905CAD-DCDC-4965-969E-3BA793FCA8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7E82B7F4-81C1-4A48-A3C9-B9DE741C9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53D306B7-0050-4206-8020-D3F81BC46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BE50823B-85BA-4734-A0E5-99F2D027CC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1F26CEA8-889B-4F33-AE59-91F66E1602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E64E5726-D6A2-4541-9EB4-0D455BFB19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B5A9478C-31E8-4C23-856A-5B4D6936B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D4D55AFD-7163-47DF-8918-6BCF397B55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20C5BF88-D776-4C9B-89BD-85EE0DCE81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0A0347C6-25EE-4289-B805-750B30ABB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4C83C9E0-7820-4EA4-B9AA-AD6E0719F3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7E1B6DEA-553D-4733-9A45-3A28D118B6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BE647149-B885-4A7D-B57E-A9762FF951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3FFCDDD6-EA47-4BA4-914F-B4AD52A7DA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18C5FC42-4A56-48D7-9C6F-EE6973256C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E58746BA-672F-48B8-BA1D-E317498C1F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75C60814-753C-4243-BD88-443E240D6B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174EB8C9-709B-42D9-9948-434CAA5E0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786AB5B1-D0D7-4FE2-9A7D-BF9C01F7D7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718E7606-3FC9-4354-BCF8-A980AE6DFA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aphic 185">
            <a:extLst>
              <a:ext uri="{FF2B5EF4-FFF2-40B4-BE49-F238E27FC236}">
                <a16:creationId xmlns:a16="http://schemas.microsoft.com/office/drawing/2014/main" id="{8997F1B7-1EE7-4EA5-A5A4-866F9A810C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9576" y="5987064"/>
            <a:ext cx="1054466" cy="469689"/>
            <a:chOff x="9841624" y="4115729"/>
            <a:chExt cx="602169" cy="268223"/>
          </a:xfrm>
          <a:solidFill>
            <a:schemeClr val="tx1"/>
          </a:solidFill>
        </p:grpSpPr>
        <p:sp>
          <p:nvSpPr>
            <p:cNvPr id="11" name="Freeform: Shape 10">
              <a:extLst>
                <a:ext uri="{FF2B5EF4-FFF2-40B4-BE49-F238E27FC236}">
                  <a16:creationId xmlns:a16="http://schemas.microsoft.com/office/drawing/2014/main" id="{B5E13483-2FB6-4753-8402-06FDC3498E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88F0DF22-F640-4002-B783-DF1C6A9473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9C2787B8-7984-4332-B611-D3D3DE898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AF3646C-B3D7-4F57-8FD2-CD93CEB392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65FA7DA-93A0-43A4-834C-0F1BB9806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104332FF-8349-42A5-B5C8-5EE3825CE2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useBgFill="1">
        <p:nvSpPr>
          <p:cNvPr id="19" name="Rectangle 18">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BFDFD6D-A835-8C6A-D2B7-E1376E49D0AC}"/>
              </a:ext>
            </a:extLst>
          </p:cNvPr>
          <p:cNvSpPr>
            <a:spLocks noGrp="1"/>
          </p:cNvSpPr>
          <p:nvPr>
            <p:ph type="title"/>
          </p:nvPr>
        </p:nvSpPr>
        <p:spPr>
          <a:xfrm>
            <a:off x="6234865" y="568517"/>
            <a:ext cx="5248221" cy="886379"/>
          </a:xfrm>
        </p:spPr>
        <p:txBody>
          <a:bodyPr vert="horz" lIns="91440" tIns="45720" rIns="91440" bIns="45720" rtlCol="0" anchor="ctr">
            <a:normAutofit/>
          </a:bodyPr>
          <a:lstStyle/>
          <a:p>
            <a:r>
              <a:rPr lang="en-US" sz="3700" dirty="0"/>
              <a:t>Why Security Matters</a:t>
            </a:r>
            <a:br>
              <a:rPr lang="en-US" sz="3700" dirty="0"/>
            </a:br>
            <a:r>
              <a:rPr lang="en-US" sz="2000" dirty="0"/>
              <a:t>Securing Our Patients </a:t>
            </a:r>
          </a:p>
        </p:txBody>
      </p:sp>
      <p:grpSp>
        <p:nvGrpSpPr>
          <p:cNvPr id="21" name="Group 20">
            <a:extLst>
              <a:ext uri="{FF2B5EF4-FFF2-40B4-BE49-F238E27FC236}">
                <a16:creationId xmlns:a16="http://schemas.microsoft.com/office/drawing/2014/main" id="{B894EFA8-F425-4D19-A94B-445388B31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tx1"/>
          </a:solidFill>
        </p:grpSpPr>
        <p:sp>
          <p:nvSpPr>
            <p:cNvPr id="22" name="Freeform: Shape 21">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23" name="Freeform: Shape 22">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grpSp>
        <p:nvGrpSpPr>
          <p:cNvPr id="25" name="Group 24">
            <a:extLst>
              <a:ext uri="{FF2B5EF4-FFF2-40B4-BE49-F238E27FC236}">
                <a16:creationId xmlns:a16="http://schemas.microsoft.com/office/drawing/2014/main" id="{C28CAB86-AA69-4EF8-A4E2-4E020497D0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tx1">
              <a:alpha val="20000"/>
            </a:schemeClr>
          </a:solidFill>
        </p:grpSpPr>
        <p:sp>
          <p:nvSpPr>
            <p:cNvPr id="26" name="Freeform: Shape 25">
              <a:extLst>
                <a:ext uri="{FF2B5EF4-FFF2-40B4-BE49-F238E27FC236}">
                  <a16:creationId xmlns:a16="http://schemas.microsoft.com/office/drawing/2014/main" id="{29A36BEE-5544-45FB-88F3-9E156F32E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27" name="Freeform: Shape 26">
              <a:extLst>
                <a:ext uri="{FF2B5EF4-FFF2-40B4-BE49-F238E27FC236}">
                  <a16:creationId xmlns:a16="http://schemas.microsoft.com/office/drawing/2014/main" id="{5B49ECF4-1585-4D6B-AB63-D49C92945E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4" name="Content Placeholder 3">
            <a:extLst>
              <a:ext uri="{FF2B5EF4-FFF2-40B4-BE49-F238E27FC236}">
                <a16:creationId xmlns:a16="http://schemas.microsoft.com/office/drawing/2014/main" id="{79812FB7-4F7E-418C-776A-5839ECDD5C4A}"/>
              </a:ext>
            </a:extLst>
          </p:cNvPr>
          <p:cNvSpPr>
            <a:spLocks noGrp="1"/>
          </p:cNvSpPr>
          <p:nvPr>
            <p:ph sz="half" idx="2"/>
          </p:nvPr>
        </p:nvSpPr>
        <p:spPr>
          <a:xfrm>
            <a:off x="6234868" y="1820369"/>
            <a:ext cx="5217173" cy="4351338"/>
          </a:xfrm>
        </p:spPr>
        <p:txBody>
          <a:bodyPr vert="horz" lIns="91440" tIns="45720" rIns="91440" bIns="45720" rtlCol="0">
            <a:noAutofit/>
          </a:bodyPr>
          <a:lstStyle/>
          <a:p>
            <a:r>
              <a:rPr lang="en-US" sz="2000" b="1" dirty="0">
                <a:solidFill>
                  <a:srgbClr val="ECECEC"/>
                </a:solidFill>
                <a:latin typeface="Söhne"/>
              </a:rPr>
              <a:t>Why It's Important:</a:t>
            </a:r>
            <a:r>
              <a:rPr lang="en-US" sz="2000" dirty="0">
                <a:solidFill>
                  <a:srgbClr val="ECECEC"/>
                </a:solidFill>
                <a:latin typeface="Söhne"/>
              </a:rPr>
              <a:t> Our dedication to real-time monitoring is not just about compliance; it's about safeguarding the well-being of our patients whose lives depend on the confidentiality and integrity of their data.</a:t>
            </a:r>
          </a:p>
          <a:p>
            <a:r>
              <a:rPr lang="en-US" sz="2000" b="1" dirty="0">
                <a:solidFill>
                  <a:srgbClr val="ECECEC"/>
                </a:solidFill>
                <a:latin typeface="Söhne"/>
              </a:rPr>
              <a:t>Your Role:</a:t>
            </a:r>
            <a:r>
              <a:rPr lang="en-US" sz="2000" dirty="0">
                <a:solidFill>
                  <a:srgbClr val="ECECEC"/>
                </a:solidFill>
                <a:latin typeface="Söhne"/>
              </a:rPr>
              <a:t> Each of you is a guardian of our patients' privacy. With every login, every report, every data entry, you act as a vital part of our security protocol - you are the human firewall.</a:t>
            </a:r>
          </a:p>
          <a:p>
            <a:r>
              <a:rPr lang="en-US" sz="2000" b="1" dirty="0">
                <a:solidFill>
                  <a:srgbClr val="ECECEC"/>
                </a:solidFill>
                <a:latin typeface="Söhne"/>
              </a:rPr>
              <a:t>Persistent Vigilance:</a:t>
            </a:r>
            <a:r>
              <a:rPr lang="en-US" sz="2000" dirty="0">
                <a:solidFill>
                  <a:srgbClr val="ECECEC"/>
                </a:solidFill>
                <a:latin typeface="Söhne"/>
              </a:rPr>
              <a:t> Cybersecurity is a proactive journey, not a one-time training. It's about evolving with the threats and staying ahead of the risks to keep our practices secure and our patients safe.</a:t>
            </a:r>
          </a:p>
        </p:txBody>
      </p:sp>
      <p:grpSp>
        <p:nvGrpSpPr>
          <p:cNvPr id="29"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30" name="Freeform: Shape 29">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grpSp>
        <p:nvGrpSpPr>
          <p:cNvPr id="36" name="Graphic 185">
            <a:extLst>
              <a:ext uri="{FF2B5EF4-FFF2-40B4-BE49-F238E27FC236}">
                <a16:creationId xmlns:a16="http://schemas.microsoft.com/office/drawing/2014/main" id="{617CAA5F-37E3-4DF6-9DD0-68A40D21611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alpha val="20000"/>
            </a:schemeClr>
          </a:solidFill>
        </p:grpSpPr>
        <p:sp>
          <p:nvSpPr>
            <p:cNvPr id="37" name="Freeform: Shape 36">
              <a:extLst>
                <a:ext uri="{FF2B5EF4-FFF2-40B4-BE49-F238E27FC236}">
                  <a16:creationId xmlns:a16="http://schemas.microsoft.com/office/drawing/2014/main" id="{2FCF03A3-80B7-45BC-AA40-A335CC8168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9D3C77A-275B-4C9E-A407-B09450E564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C6C5B5B-80BB-41D8-A377-C653EF1B01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DCA5D93A-E913-46A0-9684-20B6B4B8CA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FE6EFE8A-51D2-4AF6-A18C-29A9E5EF5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pic>
        <p:nvPicPr>
          <p:cNvPr id="6" name="Picture 5" descr="Several people sitting in chairs&#10;&#10;Description automatically generated">
            <a:extLst>
              <a:ext uri="{FF2B5EF4-FFF2-40B4-BE49-F238E27FC236}">
                <a16:creationId xmlns:a16="http://schemas.microsoft.com/office/drawing/2014/main" id="{E5FDCB3D-F7B9-8717-E911-218142CF87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8663" y="3949649"/>
            <a:ext cx="3651564" cy="2326448"/>
          </a:xfrm>
          <a:prstGeom prst="rect">
            <a:avLst/>
          </a:prstGeom>
        </p:spPr>
      </p:pic>
      <p:pic>
        <p:nvPicPr>
          <p:cNvPr id="16" name="Picture 15">
            <a:extLst>
              <a:ext uri="{FF2B5EF4-FFF2-40B4-BE49-F238E27FC236}">
                <a16:creationId xmlns:a16="http://schemas.microsoft.com/office/drawing/2014/main" id="{35E56B04-35E8-66DC-A2C7-8699A7D4AA5D}"/>
              </a:ext>
            </a:extLst>
          </p:cNvPr>
          <p:cNvPicPr>
            <a:picLocks noChangeAspect="1"/>
          </p:cNvPicPr>
          <p:nvPr/>
        </p:nvPicPr>
        <p:blipFill>
          <a:blip r:embed="rId4"/>
          <a:stretch>
            <a:fillRect/>
          </a:stretch>
        </p:blipFill>
        <p:spPr>
          <a:xfrm>
            <a:off x="320736" y="1257363"/>
            <a:ext cx="4810701" cy="2506628"/>
          </a:xfrm>
          <a:prstGeom prst="rect">
            <a:avLst/>
          </a:prstGeom>
        </p:spPr>
      </p:pic>
    </p:spTree>
    <p:extLst>
      <p:ext uri="{BB962C8B-B14F-4D97-AF65-F5344CB8AC3E}">
        <p14:creationId xmlns:p14="http://schemas.microsoft.com/office/powerpoint/2010/main" val="3137303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ircle(in)">
                                      <p:cBhvr>
                                        <p:cTn id="7" dur="2000"/>
                                        <p:tgtEl>
                                          <p:spTgt spid="4">
                                            <p:txEl>
                                              <p:pRg st="0" end="0"/>
                                            </p:txEl>
                                          </p:spTgt>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circle(in)">
                                      <p:cBhvr>
                                        <p:cTn id="10" dur="2000"/>
                                        <p:tgtEl>
                                          <p:spTgt spid="4">
                                            <p:txEl>
                                              <p:pRg st="1" end="1"/>
                                            </p:txEl>
                                          </p:spTgt>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circle(in)">
                                      <p:cBhvr>
                                        <p:cTn id="13"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5" name="Graphic 185">
            <a:extLst>
              <a:ext uri="{FF2B5EF4-FFF2-40B4-BE49-F238E27FC236}">
                <a16:creationId xmlns:a16="http://schemas.microsoft.com/office/drawing/2014/main" id="{8997F1B7-1EE7-4EA5-A5A4-866F9A810C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9576" y="5987064"/>
            <a:ext cx="1054466" cy="469689"/>
            <a:chOff x="9841624" y="4115729"/>
            <a:chExt cx="602169" cy="268223"/>
          </a:xfrm>
          <a:solidFill>
            <a:schemeClr val="tx1"/>
          </a:solidFill>
        </p:grpSpPr>
        <p:sp>
          <p:nvSpPr>
            <p:cNvPr id="76" name="Freeform: Shape 75">
              <a:extLst>
                <a:ext uri="{FF2B5EF4-FFF2-40B4-BE49-F238E27FC236}">
                  <a16:creationId xmlns:a16="http://schemas.microsoft.com/office/drawing/2014/main" id="{B5E13483-2FB6-4753-8402-06FDC3498E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8F0DF22-F640-4002-B783-DF1C6A9473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9C2787B8-7984-4332-B611-D3D3DE898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5AF3646C-B3D7-4F57-8FD2-CD93CEB392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C65FA7DA-93A0-43A4-834C-0F1BB9806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82" name="Oval 81">
            <a:extLst>
              <a:ext uri="{FF2B5EF4-FFF2-40B4-BE49-F238E27FC236}">
                <a16:creationId xmlns:a16="http://schemas.microsoft.com/office/drawing/2014/main" id="{104332FF-8349-42A5-B5C8-5EE3825CE2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useBgFill="1">
        <p:nvSpPr>
          <p:cNvPr id="84" name="Rectangle 83">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Content Placeholder 11" descr="A person standing on a rock with a sword in his hand&#10;&#10;Description automatically generated">
            <a:extLst>
              <a:ext uri="{FF2B5EF4-FFF2-40B4-BE49-F238E27FC236}">
                <a16:creationId xmlns:a16="http://schemas.microsoft.com/office/drawing/2014/main" id="{8EDF606D-1264-4B7E-8A7A-9148DE338DCE}"/>
              </a:ext>
            </a:extLst>
          </p:cNvPr>
          <p:cNvPicPr>
            <a:picLocks noGrp="1" noChangeAspect="1"/>
          </p:cNvPicPr>
          <p:nvPr>
            <p:ph sz="half" idx="1"/>
          </p:nvPr>
        </p:nvPicPr>
        <p:blipFill rotWithShape="1">
          <a:blip r:embed="rId3">
            <a:extLst>
              <a:ext uri="{28A0092B-C50C-407E-A947-70E740481C1C}">
                <a14:useLocalDpi xmlns:a14="http://schemas.microsoft.com/office/drawing/2010/main" val="0"/>
              </a:ext>
            </a:extLst>
          </a:blip>
          <a:srcRect l="1025" r="34863" b="-2"/>
          <a:stretch/>
        </p:blipFill>
        <p:spPr>
          <a:xfrm>
            <a:off x="2511713" y="3104705"/>
            <a:ext cx="3634674" cy="3217333"/>
          </a:xfrm>
          <a:prstGeom prst="rect">
            <a:avLst/>
          </a:prstGeom>
        </p:spPr>
      </p:pic>
      <p:grpSp>
        <p:nvGrpSpPr>
          <p:cNvPr id="86" name="Group 85">
            <a:extLst>
              <a:ext uri="{FF2B5EF4-FFF2-40B4-BE49-F238E27FC236}">
                <a16:creationId xmlns:a16="http://schemas.microsoft.com/office/drawing/2014/main" id="{89C6B508-0B2C-4D80-99F6-BC8C9C6934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5511" y="805742"/>
            <a:ext cx="3647770" cy="3193211"/>
            <a:chOff x="1674895" y="1345036"/>
            <a:chExt cx="5428610" cy="4210939"/>
          </a:xfrm>
        </p:grpSpPr>
        <p:sp>
          <p:nvSpPr>
            <p:cNvPr id="87" name="Rectangle 86">
              <a:extLst>
                <a:ext uri="{FF2B5EF4-FFF2-40B4-BE49-F238E27FC236}">
                  <a16:creationId xmlns:a16="http://schemas.microsoft.com/office/drawing/2014/main" id="{EA54034F-F9B1-4048-9AEF-C7AB990539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F583F029-E06B-49B5-9779-2E8CEFD77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90" name="Rectangle 89">
            <a:extLst>
              <a:ext uri="{FF2B5EF4-FFF2-40B4-BE49-F238E27FC236}">
                <a16:creationId xmlns:a16="http://schemas.microsoft.com/office/drawing/2014/main" id="{CAEBFCD5-5356-4326-8D39-8235A46CD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315" y="685805"/>
            <a:ext cx="3624947" cy="3193211"/>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A4106B-E6B5-4777-3F39-9BB35AB3747A}"/>
              </a:ext>
            </a:extLst>
          </p:cNvPr>
          <p:cNvSpPr>
            <a:spLocks noGrp="1"/>
          </p:cNvSpPr>
          <p:nvPr>
            <p:ph type="title"/>
          </p:nvPr>
        </p:nvSpPr>
        <p:spPr>
          <a:xfrm>
            <a:off x="740584" y="859808"/>
            <a:ext cx="3543197" cy="2878986"/>
          </a:xfrm>
        </p:spPr>
        <p:txBody>
          <a:bodyPr vert="horz" lIns="91440" tIns="45720" rIns="91440" bIns="45720" rtlCol="0" anchor="ctr">
            <a:normAutofit/>
          </a:bodyPr>
          <a:lstStyle/>
          <a:p>
            <a:pPr algn="ctr"/>
            <a:r>
              <a:rPr lang="en-US" sz="3700" dirty="0"/>
              <a:t>Security for the Sake of Innovation</a:t>
            </a:r>
            <a:br>
              <a:rPr lang="en-US" sz="3700" dirty="0"/>
            </a:br>
            <a:r>
              <a:rPr lang="en-US" sz="3700" i="1" dirty="0">
                <a:highlight>
                  <a:srgbClr val="FF0000"/>
                </a:highlight>
              </a:rPr>
              <a:t>BE THE FIREWALL</a:t>
            </a:r>
          </a:p>
        </p:txBody>
      </p:sp>
      <p:grpSp>
        <p:nvGrpSpPr>
          <p:cNvPr id="92" name="Graphic 38">
            <a:extLst>
              <a:ext uri="{FF2B5EF4-FFF2-40B4-BE49-F238E27FC236}">
                <a16:creationId xmlns:a16="http://schemas.microsoft.com/office/drawing/2014/main" id="{6B67BE95-96EF-433C-9F29-B0732AA6B6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17004"/>
            <a:ext cx="1370098" cy="508993"/>
            <a:chOff x="2267504" y="2540250"/>
            <a:chExt cx="1990951" cy="739640"/>
          </a:xfrm>
          <a:solidFill>
            <a:schemeClr val="tx1"/>
          </a:solidFill>
        </p:grpSpPr>
        <p:sp>
          <p:nvSpPr>
            <p:cNvPr id="93" name="Freeform: Shape 92">
              <a:extLst>
                <a:ext uri="{FF2B5EF4-FFF2-40B4-BE49-F238E27FC236}">
                  <a16:creationId xmlns:a16="http://schemas.microsoft.com/office/drawing/2014/main" id="{AD324976-1596-4B76-A61C-5626816B24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C44DEF24-FB22-48A2-8257-B97AD7E1AA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96" name="Graphic 38">
            <a:extLst>
              <a:ext uri="{FF2B5EF4-FFF2-40B4-BE49-F238E27FC236}">
                <a16:creationId xmlns:a16="http://schemas.microsoft.com/office/drawing/2014/main" id="{36C5CE76-F42E-4B75-84C4-A9B2C8CE83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17004"/>
            <a:ext cx="1370098" cy="508993"/>
            <a:chOff x="2267504" y="2540250"/>
            <a:chExt cx="1990951" cy="739640"/>
          </a:xfrm>
          <a:solidFill>
            <a:schemeClr val="tx1">
              <a:alpha val="60000"/>
            </a:schemeClr>
          </a:solidFill>
        </p:grpSpPr>
        <p:sp>
          <p:nvSpPr>
            <p:cNvPr id="97" name="Freeform: Shape 96">
              <a:extLst>
                <a:ext uri="{FF2B5EF4-FFF2-40B4-BE49-F238E27FC236}">
                  <a16:creationId xmlns:a16="http://schemas.microsoft.com/office/drawing/2014/main" id="{F62D2BF9-9B3C-4B4B-B525-BFABA8B44A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5022D0D2-0602-4CB2-97D5-418641B4F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100" name="Graphic 4">
            <a:extLst>
              <a:ext uri="{FF2B5EF4-FFF2-40B4-BE49-F238E27FC236}">
                <a16:creationId xmlns:a16="http://schemas.microsoft.com/office/drawing/2014/main" id="{D6E8B984-55B9-4A62-A043-997D00F0A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2445529"/>
            <a:ext cx="849365" cy="849366"/>
            <a:chOff x="5829300" y="3162300"/>
            <a:chExt cx="532256" cy="532257"/>
          </a:xfrm>
          <a:solidFill>
            <a:srgbClr val="FFFFFF"/>
          </a:solidFill>
        </p:grpSpPr>
        <p:sp>
          <p:nvSpPr>
            <p:cNvPr id="101" name="Freeform: Shape 100">
              <a:extLst>
                <a:ext uri="{FF2B5EF4-FFF2-40B4-BE49-F238E27FC236}">
                  <a16:creationId xmlns:a16="http://schemas.microsoft.com/office/drawing/2014/main" id="{D4FAF4A8-82EB-4F6F-B601-43EBF0BD12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26F2473F-E069-4558-9B41-E285BBE030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FC9A4A76-2C9F-486C-9663-6A30A022DE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88431DC7-D4CB-479A-AFA4-5B0C597A2E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30755DA1-6F28-4612-A4A7-B915468C6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4616ED79-5475-49E6-A5FE-8D9DB12FB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21DCEB47-7140-4682-8DBF-7667BE28F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EA931BD3-5A56-42F2-B6B5-647B28D1CF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820E4C8E-4190-498D-9556-6DA668A81F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54B2F30F-0B57-4D60-A087-CD6A471F68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FC5E8C73-ED41-4214-AEE6-3C5F493846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B1F94534-FE3E-476C-870B-E714E4A66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8DE6C1B0-4D58-4937-B2B7-B1207CA18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pSp>
        <p:nvGrpSpPr>
          <p:cNvPr id="115" name="Graphic 4">
            <a:extLst>
              <a:ext uri="{FF2B5EF4-FFF2-40B4-BE49-F238E27FC236}">
                <a16:creationId xmlns:a16="http://schemas.microsoft.com/office/drawing/2014/main" id="{DDFA5A3F-B050-4826-ACB4-F634DD12C7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2445529"/>
            <a:ext cx="849365" cy="849366"/>
            <a:chOff x="5829300" y="3162300"/>
            <a:chExt cx="532256" cy="532257"/>
          </a:xfrm>
          <a:solidFill>
            <a:schemeClr val="tx1"/>
          </a:solidFill>
        </p:grpSpPr>
        <p:sp>
          <p:nvSpPr>
            <p:cNvPr id="116" name="Freeform: Shape 115">
              <a:extLst>
                <a:ext uri="{FF2B5EF4-FFF2-40B4-BE49-F238E27FC236}">
                  <a16:creationId xmlns:a16="http://schemas.microsoft.com/office/drawing/2014/main" id="{C45D7489-248E-4EB2-A887-30A9C396E6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AB6BF832-C29A-4992-8772-6B33118C5A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5E06C84D-D026-40FC-A1FB-0482450B6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32D9620B-AA48-430C-BACC-01BF1B1281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0C7842E4-3E00-4846-B285-345F6B324B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F120E203-7898-4AE9-A9E5-F5C3644152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06A5C8C3-E77D-410A-8D95-0B15B8E61D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8E9CE1FB-B266-47D2-A0AC-79D1DDBAA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B8862FCB-5370-44C9-803F-017FF8939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1EC218E-7E2A-4304-96EA-1A7AA046E7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C6904051-0B1B-4340-8A1F-FC345A500A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8D8B68CD-1F5B-4E19-A474-4290A7386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A219F1BA-F2AD-4C0B-B881-AF7702BFA0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
        <p:nvSpPr>
          <p:cNvPr id="4" name="Content Placeholder 3">
            <a:extLst>
              <a:ext uri="{FF2B5EF4-FFF2-40B4-BE49-F238E27FC236}">
                <a16:creationId xmlns:a16="http://schemas.microsoft.com/office/drawing/2014/main" id="{1F8BC83A-DE7D-B0BF-33EF-1A7DA5B20945}"/>
              </a:ext>
            </a:extLst>
          </p:cNvPr>
          <p:cNvSpPr>
            <a:spLocks noGrp="1"/>
          </p:cNvSpPr>
          <p:nvPr>
            <p:ph sz="half" idx="2"/>
          </p:nvPr>
        </p:nvSpPr>
        <p:spPr>
          <a:xfrm>
            <a:off x="6477270" y="1130846"/>
            <a:ext cx="4974771" cy="4351338"/>
          </a:xfrm>
        </p:spPr>
        <p:txBody>
          <a:bodyPr vert="horz" lIns="91440" tIns="45720" rIns="91440" bIns="45720" rtlCol="0">
            <a:normAutofit/>
          </a:bodyPr>
          <a:lstStyle/>
          <a:p>
            <a:r>
              <a:rPr lang="en-US" sz="1800" b="1"/>
              <a:t>Constant Vigilance:</a:t>
            </a:r>
            <a:r>
              <a:rPr lang="en-US" sz="1800"/>
              <a:t> Our first line of defense is our collective commitment to education and awareness. Stay informed, </a:t>
            </a:r>
            <a:r>
              <a:rPr lang="en-US" sz="1800" i="1"/>
              <a:t>stay alert</a:t>
            </a:r>
            <a:r>
              <a:rPr lang="en-US" sz="1800"/>
              <a:t>.</a:t>
            </a:r>
          </a:p>
          <a:p>
            <a:r>
              <a:rPr lang="en-US" sz="1800" b="1"/>
              <a:t>Our Commitment:</a:t>
            </a:r>
            <a:r>
              <a:rPr lang="en-US" sz="1800"/>
              <a:t> At Zeta Alpha, we're united in our mission to protect our digital horizons from unauthorized access, ensuring that our innovations lead to better patient care, not potential vulnerabilities.</a:t>
            </a:r>
          </a:p>
          <a:p>
            <a:r>
              <a:rPr lang="en-US" sz="1800" b="1"/>
              <a:t>Forms of Threats:</a:t>
            </a:r>
            <a:r>
              <a:rPr lang="en-US" sz="1800"/>
              <a:t> Whether it's a suspicious email or an unexpected software behavior, your ability to recognize and report security threats like improper handling, viruses, malware, and phishing protects us all.</a:t>
            </a:r>
          </a:p>
        </p:txBody>
      </p:sp>
    </p:spTree>
    <p:extLst>
      <p:ext uri="{BB962C8B-B14F-4D97-AF65-F5344CB8AC3E}">
        <p14:creationId xmlns:p14="http://schemas.microsoft.com/office/powerpoint/2010/main" val="2026785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 calcmode="lin" valueType="num">
                                      <p:cBhvr>
                                        <p:cTn id="14"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4">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 calcmode="lin" valueType="num">
                                      <p:cBhvr>
                                        <p:cTn id="21"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4">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 calcmode="lin" valueType="num">
                                      <p:cBhvr>
                                        <p:cTn id="28"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45" name="Graphic 185">
            <a:extLst>
              <a:ext uri="{FF2B5EF4-FFF2-40B4-BE49-F238E27FC236}">
                <a16:creationId xmlns:a16="http://schemas.microsoft.com/office/drawing/2014/main" id="{8997F1B7-1EE7-4EA5-A5A4-866F9A810C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9576" y="5987064"/>
            <a:ext cx="1054466" cy="469689"/>
            <a:chOff x="9841624" y="4115729"/>
            <a:chExt cx="602169" cy="268223"/>
          </a:xfrm>
          <a:solidFill>
            <a:schemeClr val="tx1"/>
          </a:solidFill>
        </p:grpSpPr>
        <p:sp>
          <p:nvSpPr>
            <p:cNvPr id="446" name="Freeform: Shape 445">
              <a:extLst>
                <a:ext uri="{FF2B5EF4-FFF2-40B4-BE49-F238E27FC236}">
                  <a16:creationId xmlns:a16="http://schemas.microsoft.com/office/drawing/2014/main" id="{B5E13483-2FB6-4753-8402-06FDC3498E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47" name="Freeform: Shape 446">
              <a:extLst>
                <a:ext uri="{FF2B5EF4-FFF2-40B4-BE49-F238E27FC236}">
                  <a16:creationId xmlns:a16="http://schemas.microsoft.com/office/drawing/2014/main" id="{88F0DF22-F640-4002-B783-DF1C6A9473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48" name="Freeform: Shape 447">
              <a:extLst>
                <a:ext uri="{FF2B5EF4-FFF2-40B4-BE49-F238E27FC236}">
                  <a16:creationId xmlns:a16="http://schemas.microsoft.com/office/drawing/2014/main" id="{9C2787B8-7984-4332-B611-D3D3DE898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49" name="Freeform: Shape 448">
              <a:extLst>
                <a:ext uri="{FF2B5EF4-FFF2-40B4-BE49-F238E27FC236}">
                  <a16:creationId xmlns:a16="http://schemas.microsoft.com/office/drawing/2014/main" id="{5AF3646C-B3D7-4F57-8FD2-CD93CEB392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50" name="Freeform: Shape 449">
              <a:extLst>
                <a:ext uri="{FF2B5EF4-FFF2-40B4-BE49-F238E27FC236}">
                  <a16:creationId xmlns:a16="http://schemas.microsoft.com/office/drawing/2014/main" id="{C65FA7DA-93A0-43A4-834C-0F1BB9806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52" name="Oval 451">
            <a:extLst>
              <a:ext uri="{FF2B5EF4-FFF2-40B4-BE49-F238E27FC236}">
                <a16:creationId xmlns:a16="http://schemas.microsoft.com/office/drawing/2014/main" id="{104332FF-8349-42A5-B5C8-5EE3825CE2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useBgFill="1">
        <p:nvSpPr>
          <p:cNvPr id="454" name="Rectangle 453">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09A7048-DA98-C68F-602E-81F045F460B3}"/>
              </a:ext>
            </a:extLst>
          </p:cNvPr>
          <p:cNvSpPr>
            <a:spLocks noGrp="1"/>
          </p:cNvSpPr>
          <p:nvPr>
            <p:ph type="title"/>
          </p:nvPr>
        </p:nvSpPr>
        <p:spPr>
          <a:xfrm>
            <a:off x="5644751" y="568517"/>
            <a:ext cx="6161004" cy="886379"/>
          </a:xfrm>
        </p:spPr>
        <p:txBody>
          <a:bodyPr vert="horz" lIns="91440" tIns="45720" rIns="91440" bIns="45720" rtlCol="0" anchor="ctr">
            <a:normAutofit/>
          </a:bodyPr>
          <a:lstStyle/>
          <a:p>
            <a:r>
              <a:rPr lang="en-US" dirty="0"/>
              <a:t>Step 1: </a:t>
            </a:r>
            <a:r>
              <a:rPr lang="en-US" b="0" i="0" dirty="0">
                <a:effectLst/>
              </a:rPr>
              <a:t>Our ISP</a:t>
            </a:r>
            <a:endParaRPr lang="en-US" dirty="0"/>
          </a:p>
        </p:txBody>
      </p:sp>
      <p:grpSp>
        <p:nvGrpSpPr>
          <p:cNvPr id="456" name="Group 455">
            <a:extLst>
              <a:ext uri="{FF2B5EF4-FFF2-40B4-BE49-F238E27FC236}">
                <a16:creationId xmlns:a16="http://schemas.microsoft.com/office/drawing/2014/main" id="{5C880D58-0477-47F1-B3CB-4B30179411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63593"/>
            <a:ext cx="1861854" cy="717514"/>
            <a:chOff x="0" y="377893"/>
            <a:chExt cx="1861854" cy="717514"/>
          </a:xfrm>
          <a:solidFill>
            <a:schemeClr val="tx1"/>
          </a:solidFill>
        </p:grpSpPr>
        <p:sp>
          <p:nvSpPr>
            <p:cNvPr id="457" name="Freeform: Shape 456">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458" name="Freeform: Shape 457">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pic>
        <p:nvPicPr>
          <p:cNvPr id="40" name="Picture 39" descr="Exclamation mark on a yellow background">
            <a:extLst>
              <a:ext uri="{FF2B5EF4-FFF2-40B4-BE49-F238E27FC236}">
                <a16:creationId xmlns:a16="http://schemas.microsoft.com/office/drawing/2014/main" id="{C414CEC1-926C-E75B-87B1-CFD408B03F39}"/>
              </a:ext>
            </a:extLst>
          </p:cNvPr>
          <p:cNvPicPr>
            <a:picLocks noChangeAspect="1"/>
          </p:cNvPicPr>
          <p:nvPr/>
        </p:nvPicPr>
        <p:blipFill rotWithShape="1">
          <a:blip r:embed="rId3"/>
          <a:srcRect l="18499" r="6504" b="4"/>
          <a:stretch/>
        </p:blipFill>
        <p:spPr>
          <a:xfrm>
            <a:off x="235534" y="1009050"/>
            <a:ext cx="3296556" cy="3296556"/>
          </a:xfrm>
          <a:custGeom>
            <a:avLst/>
            <a:gdLst/>
            <a:ahLst/>
            <a:cxnLst/>
            <a:rect l="l" t="t" r="r" b="b"/>
            <a:pathLst>
              <a:path w="2388070" h="2388070">
                <a:moveTo>
                  <a:pt x="1194035" y="0"/>
                </a:moveTo>
                <a:cubicBezTo>
                  <a:pt x="1853482" y="0"/>
                  <a:pt x="2388070" y="534588"/>
                  <a:pt x="2388070" y="1194035"/>
                </a:cubicBezTo>
                <a:cubicBezTo>
                  <a:pt x="2388070" y="1853482"/>
                  <a:pt x="1853482" y="2388070"/>
                  <a:pt x="1194035" y="2388070"/>
                </a:cubicBezTo>
                <a:cubicBezTo>
                  <a:pt x="534588" y="2388070"/>
                  <a:pt x="0" y="1853482"/>
                  <a:pt x="0" y="1194035"/>
                </a:cubicBezTo>
                <a:cubicBezTo>
                  <a:pt x="0" y="534588"/>
                  <a:pt x="534588" y="0"/>
                  <a:pt x="1194035" y="0"/>
                </a:cubicBezTo>
                <a:close/>
              </a:path>
            </a:pathLst>
          </a:custGeom>
          <a:ln w="28575">
            <a:noFill/>
          </a:ln>
        </p:spPr>
      </p:pic>
      <p:sp>
        <p:nvSpPr>
          <p:cNvPr id="460" name="Graphic 212">
            <a:extLst>
              <a:ext uri="{FF2B5EF4-FFF2-40B4-BE49-F238E27FC236}">
                <a16:creationId xmlns:a16="http://schemas.microsoft.com/office/drawing/2014/main" id="{877E3FF1-E4B8-49CB-9DD6-7D2067808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9510" y="2210504"/>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62" name="Graphic 212">
            <a:extLst>
              <a:ext uri="{FF2B5EF4-FFF2-40B4-BE49-F238E27FC236}">
                <a16:creationId xmlns:a16="http://schemas.microsoft.com/office/drawing/2014/main" id="{30BDE8C6-094E-46E6-BD5E-75FAB4F7C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9510" y="2210504"/>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4" name="Picture 3" descr="A cartoon character wearing a helmet&#10;&#10;Description automatically generated">
            <a:extLst>
              <a:ext uri="{FF2B5EF4-FFF2-40B4-BE49-F238E27FC236}">
                <a16:creationId xmlns:a16="http://schemas.microsoft.com/office/drawing/2014/main" id="{8E462548-D8AE-0A72-E365-E043A841AF97}"/>
              </a:ext>
            </a:extLst>
          </p:cNvPr>
          <p:cNvPicPr>
            <a:picLocks noChangeAspect="1"/>
          </p:cNvPicPr>
          <p:nvPr/>
        </p:nvPicPr>
        <p:blipFill rotWithShape="1">
          <a:blip r:embed="rId4">
            <a:extLst>
              <a:ext uri="{28A0092B-C50C-407E-A947-70E740481C1C}">
                <a14:useLocalDpi xmlns:a14="http://schemas.microsoft.com/office/drawing/2010/main" val="0"/>
              </a:ext>
            </a:extLst>
          </a:blip>
          <a:srcRect l="12375" r="12623" b="-3"/>
          <a:stretch/>
        </p:blipFill>
        <p:spPr>
          <a:xfrm>
            <a:off x="2841433" y="3429000"/>
            <a:ext cx="2965878" cy="2965878"/>
          </a:xfrm>
          <a:custGeom>
            <a:avLst/>
            <a:gdLst/>
            <a:ahLst/>
            <a:cxnLst/>
            <a:rect l="l" t="t" r="r" b="b"/>
            <a:pathLst>
              <a:path w="2388070" h="2388070">
                <a:moveTo>
                  <a:pt x="1194035" y="0"/>
                </a:moveTo>
                <a:cubicBezTo>
                  <a:pt x="1853482" y="0"/>
                  <a:pt x="2388070" y="534588"/>
                  <a:pt x="2388070" y="1194035"/>
                </a:cubicBezTo>
                <a:cubicBezTo>
                  <a:pt x="2388070" y="1853482"/>
                  <a:pt x="1853482" y="2388070"/>
                  <a:pt x="1194035" y="2388070"/>
                </a:cubicBezTo>
                <a:cubicBezTo>
                  <a:pt x="534588" y="2388070"/>
                  <a:pt x="0" y="1853482"/>
                  <a:pt x="0" y="1194035"/>
                </a:cubicBezTo>
                <a:cubicBezTo>
                  <a:pt x="0" y="534588"/>
                  <a:pt x="534588" y="0"/>
                  <a:pt x="1194035" y="0"/>
                </a:cubicBezTo>
                <a:close/>
              </a:path>
            </a:pathLst>
          </a:custGeom>
          <a:ln w="28575">
            <a:noFill/>
          </a:ln>
        </p:spPr>
      </p:pic>
      <p:grpSp>
        <p:nvGrpSpPr>
          <p:cNvPr id="464"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465" name="Freeform: Shape 464">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66" name="Freeform: Shape 465">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67" name="Freeform: Shape 466">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68" name="Freeform: Shape 467">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69" name="Freeform: Shape 468">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8" name="Content Placeholder 7">
            <a:extLst>
              <a:ext uri="{FF2B5EF4-FFF2-40B4-BE49-F238E27FC236}">
                <a16:creationId xmlns:a16="http://schemas.microsoft.com/office/drawing/2014/main" id="{D723B0C9-5155-5A8D-C7ED-DF87476540CE}"/>
              </a:ext>
            </a:extLst>
          </p:cNvPr>
          <p:cNvSpPr>
            <a:spLocks noGrp="1"/>
          </p:cNvSpPr>
          <p:nvPr>
            <p:ph sz="half" idx="2"/>
          </p:nvPr>
        </p:nvSpPr>
        <p:spPr>
          <a:xfrm>
            <a:off x="6234868" y="1820369"/>
            <a:ext cx="5217173" cy="4351338"/>
          </a:xfrm>
        </p:spPr>
        <p:txBody>
          <a:bodyPr vert="horz" lIns="91440" tIns="45720" rIns="91440" bIns="45720" rtlCol="0">
            <a:normAutofit/>
          </a:bodyPr>
          <a:lstStyle/>
          <a:p>
            <a:r>
              <a:rPr lang="en-US" sz="2200" b="1"/>
              <a:t>Active Engagement</a:t>
            </a:r>
            <a:r>
              <a:rPr lang="en-US" sz="2200"/>
              <a:t>: Our IT department doesn't just monitor; it's our strategic command center, assessing threats and deploying countermeasures in real-time.</a:t>
            </a:r>
          </a:p>
          <a:p>
            <a:r>
              <a:rPr lang="en-US" sz="2200" b="1"/>
              <a:t>Team Response</a:t>
            </a:r>
            <a:r>
              <a:rPr lang="en-US" sz="2200"/>
              <a:t>: Every employee is part of our response team. Your actions form the backbone of our incident action plans, keeping Zeta Alpha secure.</a:t>
            </a:r>
          </a:p>
          <a:p>
            <a:r>
              <a:rPr lang="en-US" sz="2200" b="1"/>
              <a:t>Shared Learning</a:t>
            </a:r>
            <a:r>
              <a:rPr lang="en-US" sz="2200"/>
              <a:t>: We turn every incident into a learning opportunity, sharing insights company-wide to fortify our collective defense.</a:t>
            </a:r>
          </a:p>
        </p:txBody>
      </p:sp>
    </p:spTree>
    <p:extLst>
      <p:ext uri="{BB962C8B-B14F-4D97-AF65-F5344CB8AC3E}">
        <p14:creationId xmlns:p14="http://schemas.microsoft.com/office/powerpoint/2010/main" val="2609370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wipe(down)">
                                      <p:cBhvr>
                                        <p:cTn id="10" dur="500"/>
                                        <p:tgtEl>
                                          <p:spTgt spid="4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wipe(down)">
                                      <p:cBhvr>
                                        <p:cTn id="13" dur="500"/>
                                        <p:tgtEl>
                                          <p:spTgt spid="8">
                                            <p:txEl>
                                              <p:pRg st="0" end="0"/>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8">
                                            <p:txEl>
                                              <p:pRg st="1" end="1"/>
                                            </p:txEl>
                                          </p:spTgt>
                                        </p:tgtEl>
                                        <p:attrNameLst>
                                          <p:attrName>style.visibility</p:attrName>
                                        </p:attrNameLst>
                                      </p:cBhvr>
                                      <p:to>
                                        <p:strVal val="visible"/>
                                      </p:to>
                                    </p:set>
                                    <p:animEffect transition="in" filter="wipe(down)">
                                      <p:cBhvr>
                                        <p:cTn id="16" dur="500"/>
                                        <p:tgtEl>
                                          <p:spTgt spid="8">
                                            <p:txEl>
                                              <p:pRg st="1" end="1"/>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Effect transition="in" filter="wipe(down)">
                                      <p:cBhvr>
                                        <p:cTn id="19"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8" name="Graphic 185">
            <a:extLst>
              <a:ext uri="{FF2B5EF4-FFF2-40B4-BE49-F238E27FC236}">
                <a16:creationId xmlns:a16="http://schemas.microsoft.com/office/drawing/2014/main" id="{8997F1B7-1EE7-4EA5-A5A4-866F9A810C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9576" y="5987064"/>
            <a:ext cx="1054466" cy="469689"/>
            <a:chOff x="9841624" y="4115729"/>
            <a:chExt cx="602169" cy="268223"/>
          </a:xfrm>
          <a:solidFill>
            <a:schemeClr val="tx1"/>
          </a:solidFill>
        </p:grpSpPr>
        <p:sp>
          <p:nvSpPr>
            <p:cNvPr id="109" name="Freeform: Shape 108">
              <a:extLst>
                <a:ext uri="{FF2B5EF4-FFF2-40B4-BE49-F238E27FC236}">
                  <a16:creationId xmlns:a16="http://schemas.microsoft.com/office/drawing/2014/main" id="{B5E13483-2FB6-4753-8402-06FDC3498E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88F0DF22-F640-4002-B783-DF1C6A9473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9C2787B8-7984-4332-B611-D3D3DE898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5AF3646C-B3D7-4F57-8FD2-CD93CEB392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C65FA7DA-93A0-43A4-834C-0F1BB9806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115" name="Oval 114">
            <a:extLst>
              <a:ext uri="{FF2B5EF4-FFF2-40B4-BE49-F238E27FC236}">
                <a16:creationId xmlns:a16="http://schemas.microsoft.com/office/drawing/2014/main" id="{104332FF-8349-42A5-B5C8-5EE3825CE2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useBgFill="1">
        <p:nvSpPr>
          <p:cNvPr id="117" name="Rectangle 116">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4AEEA47-C380-0F7D-5B8A-74603143F8B4}"/>
              </a:ext>
            </a:extLst>
          </p:cNvPr>
          <p:cNvSpPr>
            <a:spLocks noGrp="1"/>
          </p:cNvSpPr>
          <p:nvPr>
            <p:ph type="title"/>
          </p:nvPr>
        </p:nvSpPr>
        <p:spPr>
          <a:xfrm>
            <a:off x="946521" y="396117"/>
            <a:ext cx="5545010" cy="1158857"/>
          </a:xfrm>
        </p:spPr>
        <p:txBody>
          <a:bodyPr vert="horz" lIns="91440" tIns="45720" rIns="91440" bIns="45720" rtlCol="0" anchor="b">
            <a:normAutofit fontScale="90000"/>
          </a:bodyPr>
          <a:lstStyle/>
          <a:p>
            <a:r>
              <a:rPr lang="en-US" dirty="0"/>
              <a:t>Step 2: Risk Management</a:t>
            </a:r>
          </a:p>
        </p:txBody>
      </p:sp>
      <p:grpSp>
        <p:nvGrpSpPr>
          <p:cNvPr id="119" name="Group 118">
            <a:extLst>
              <a:ext uri="{FF2B5EF4-FFF2-40B4-BE49-F238E27FC236}">
                <a16:creationId xmlns:a16="http://schemas.microsoft.com/office/drawing/2014/main" id="{268C940D-4516-4630-B49F-65C1A82FEA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91258" y="619275"/>
            <a:ext cx="932200" cy="932200"/>
            <a:chOff x="10791258" y="619275"/>
            <a:chExt cx="932200" cy="932200"/>
          </a:xfrm>
        </p:grpSpPr>
        <p:sp>
          <p:nvSpPr>
            <p:cNvPr id="120" name="Graphic 212">
              <a:extLst>
                <a:ext uri="{FF2B5EF4-FFF2-40B4-BE49-F238E27FC236}">
                  <a16:creationId xmlns:a16="http://schemas.microsoft.com/office/drawing/2014/main" id="{160C130F-E752-44CF-98A8-75490C2A2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21" name="Graphic 212">
              <a:extLst>
                <a:ext uri="{FF2B5EF4-FFF2-40B4-BE49-F238E27FC236}">
                  <a16:creationId xmlns:a16="http://schemas.microsoft.com/office/drawing/2014/main" id="{9690DAC5-9FBA-4943-959B-751AF2B46A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6" name="Content Placeholder 5">
            <a:extLst>
              <a:ext uri="{FF2B5EF4-FFF2-40B4-BE49-F238E27FC236}">
                <a16:creationId xmlns:a16="http://schemas.microsoft.com/office/drawing/2014/main" id="{832397C0-776C-37DD-1A23-A99072274BD4}"/>
              </a:ext>
            </a:extLst>
          </p:cNvPr>
          <p:cNvSpPr>
            <a:spLocks noGrp="1"/>
          </p:cNvSpPr>
          <p:nvPr>
            <p:ph sz="half" idx="2"/>
          </p:nvPr>
        </p:nvSpPr>
        <p:spPr>
          <a:xfrm>
            <a:off x="946520" y="1747592"/>
            <a:ext cx="5217173" cy="4351338"/>
          </a:xfrm>
        </p:spPr>
        <p:txBody>
          <a:bodyPr vert="horz" lIns="91440" tIns="45720" rIns="91440" bIns="45720" rtlCol="0">
            <a:normAutofit/>
          </a:bodyPr>
          <a:lstStyle/>
          <a:p>
            <a:r>
              <a:rPr lang="en-US" sz="2600" b="1" dirty="0"/>
              <a:t>Cultivating Mindfulness</a:t>
            </a:r>
            <a:r>
              <a:rPr lang="en-US" sz="2600" dirty="0"/>
              <a:t>: Training isn't a checkbox. It's tailored to your role, turning each of you into a cybersecurity sentinel.</a:t>
            </a:r>
          </a:p>
          <a:p>
            <a:r>
              <a:rPr lang="en-US" sz="2600" b="1" dirty="0"/>
              <a:t>Real-World Relevance</a:t>
            </a:r>
            <a:r>
              <a:rPr lang="en-US" sz="2600" dirty="0"/>
              <a:t>: Case studies aren't just stories; they're lessons carved from reality, sharpening your cyber instincts.</a:t>
            </a:r>
            <a:br>
              <a:rPr lang="en-US" sz="2600" dirty="0"/>
            </a:br>
            <a:endParaRPr lang="en-US" sz="2600" dirty="0"/>
          </a:p>
        </p:txBody>
      </p:sp>
      <p:grpSp>
        <p:nvGrpSpPr>
          <p:cNvPr id="123" name="Group 122">
            <a:extLst>
              <a:ext uri="{FF2B5EF4-FFF2-40B4-BE49-F238E27FC236}">
                <a16:creationId xmlns:a16="http://schemas.microsoft.com/office/drawing/2014/main" id="{C93F2521-5FCA-4EE4-ADB9-C71AB81B88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91531" y="1216299"/>
            <a:ext cx="1598829" cy="531293"/>
            <a:chOff x="6491531" y="1420258"/>
            <a:chExt cx="1598829" cy="531293"/>
          </a:xfrm>
          <a:solidFill>
            <a:schemeClr val="tx1"/>
          </a:solidFill>
        </p:grpSpPr>
        <p:grpSp>
          <p:nvGrpSpPr>
            <p:cNvPr id="124" name="Graphic 190">
              <a:extLst>
                <a:ext uri="{FF2B5EF4-FFF2-40B4-BE49-F238E27FC236}">
                  <a16:creationId xmlns:a16="http://schemas.microsoft.com/office/drawing/2014/main" id="{701F4A7E-EE52-4FFF-847D-941A57F6EDA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491531" y="1420258"/>
              <a:ext cx="1598829" cy="531293"/>
              <a:chOff x="2504802" y="1755501"/>
              <a:chExt cx="1598829" cy="531293"/>
            </a:xfrm>
            <a:grpFill/>
          </p:grpSpPr>
          <p:sp>
            <p:nvSpPr>
              <p:cNvPr id="128" name="Freeform: Shape 127">
                <a:extLst>
                  <a:ext uri="{FF2B5EF4-FFF2-40B4-BE49-F238E27FC236}">
                    <a16:creationId xmlns:a16="http://schemas.microsoft.com/office/drawing/2014/main" id="{44C45BFB-2AD2-45F8-9F4B-9151A686E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82FD8094-5F5E-411D-96E3-0D8E76B94F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125" name="Graphic 190">
              <a:extLst>
                <a:ext uri="{FF2B5EF4-FFF2-40B4-BE49-F238E27FC236}">
                  <a16:creationId xmlns:a16="http://schemas.microsoft.com/office/drawing/2014/main" id="{F3FB933A-7D1C-4A1F-9589-2006261FD96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491531" y="1420258"/>
              <a:ext cx="1598829" cy="531293"/>
              <a:chOff x="2504802" y="1755501"/>
              <a:chExt cx="1598829" cy="531293"/>
            </a:xfrm>
            <a:grpFill/>
          </p:grpSpPr>
          <p:sp>
            <p:nvSpPr>
              <p:cNvPr id="126" name="Freeform: Shape 125">
                <a:extLst>
                  <a:ext uri="{FF2B5EF4-FFF2-40B4-BE49-F238E27FC236}">
                    <a16:creationId xmlns:a16="http://schemas.microsoft.com/office/drawing/2014/main" id="{965C4036-D195-4D1E-B436-A03795967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54F38E9F-35FC-437D-BE4E-33FDF60565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pic>
        <p:nvPicPr>
          <p:cNvPr id="9" name="Picture 8" descr="A cartoon of a cartoon character&#10;&#10;Description automatically generated with medium confidence">
            <a:extLst>
              <a:ext uri="{FF2B5EF4-FFF2-40B4-BE49-F238E27FC236}">
                <a16:creationId xmlns:a16="http://schemas.microsoft.com/office/drawing/2014/main" id="{FC363EC6-76A6-B13E-A11C-9A28D475D04B}"/>
              </a:ext>
            </a:extLst>
          </p:cNvPr>
          <p:cNvPicPr>
            <a:picLocks noChangeAspect="1"/>
          </p:cNvPicPr>
          <p:nvPr/>
        </p:nvPicPr>
        <p:blipFill rotWithShape="1">
          <a:blip r:embed="rId3">
            <a:extLst>
              <a:ext uri="{28A0092B-C50C-407E-A947-70E740481C1C}">
                <a14:useLocalDpi xmlns:a14="http://schemas.microsoft.com/office/drawing/2010/main" val="0"/>
              </a:ext>
            </a:extLst>
          </a:blip>
          <a:srcRect l="7787" r="8233" b="-3"/>
          <a:stretch/>
        </p:blipFill>
        <p:spPr>
          <a:xfrm>
            <a:off x="7253021" y="1820334"/>
            <a:ext cx="3555043" cy="3217333"/>
          </a:xfrm>
          <a:prstGeom prst="rect">
            <a:avLst/>
          </a:prstGeom>
        </p:spPr>
      </p:pic>
      <p:grpSp>
        <p:nvGrpSpPr>
          <p:cNvPr id="131" name="Group 130">
            <a:extLst>
              <a:ext uri="{FF2B5EF4-FFF2-40B4-BE49-F238E27FC236}">
                <a16:creationId xmlns:a16="http://schemas.microsoft.com/office/drawing/2014/main" id="{2B7E220D-70BE-46E1-87EA-9239C10828D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154385" y="4466592"/>
            <a:ext cx="1443404" cy="1443428"/>
            <a:chOff x="10154385" y="4452524"/>
            <a:chExt cx="1443404" cy="1443428"/>
          </a:xfrm>
          <a:solidFill>
            <a:schemeClr val="tx1"/>
          </a:solidFill>
        </p:grpSpPr>
        <p:grpSp>
          <p:nvGrpSpPr>
            <p:cNvPr id="132" name="Graphic 4">
              <a:extLst>
                <a:ext uri="{FF2B5EF4-FFF2-40B4-BE49-F238E27FC236}">
                  <a16:creationId xmlns:a16="http://schemas.microsoft.com/office/drawing/2014/main" id="{FC1A5110-77D2-40E7-81AD-268BA675FE7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154385" y="4452524"/>
              <a:ext cx="1443404" cy="1443428"/>
              <a:chOff x="5734037" y="3067039"/>
              <a:chExt cx="724483" cy="724489"/>
            </a:xfrm>
            <a:grpFill/>
          </p:grpSpPr>
          <p:sp>
            <p:nvSpPr>
              <p:cNvPr id="303" name="Freeform: Shape 302">
                <a:extLst>
                  <a:ext uri="{FF2B5EF4-FFF2-40B4-BE49-F238E27FC236}">
                    <a16:creationId xmlns:a16="http://schemas.microsoft.com/office/drawing/2014/main" id="{4FA2A3FD-1B3F-42AF-BC02-85F36E0565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7AD487CA-8FBC-4540-AC49-97AE50C651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0D84CF57-47D1-43F3-A27F-4554C8874D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CBEE7FBD-98AD-4AD4-8928-24BF44632D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84FD382E-B389-4D8F-A55E-6DFA291F0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98382AB7-ABEA-406A-BC9C-E929CB72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687410AC-739F-4AF0-B3F3-BA1EE2D846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297F7ECB-7025-4A18-B6C1-9A8F179D8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E8BF277F-8AC7-4B9F-A748-658BC32F47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3861EEE4-BFC2-47F9-B33D-2CF7EF91D1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6EDB4948-A661-493E-A726-89FD1604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690295D3-F01C-40D4-AC18-38CDB597D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DE279E4F-F139-423E-AF42-7C309EE9EE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BE503EF8-F0B7-4F0E-B82E-742BB8DB8E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8BF1F2E6-2E0A-4F5C-AF29-167B9214D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D465F6F4-1BA9-4F7B-9980-3571C7C5CC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FFF3428D-3135-4073-AB27-8292AA4211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2EE4FAE5-DC40-43E2-BACB-84C2CCDA3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7E1E565-91F8-469C-998D-413D4E3D0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7AADD30B-6564-45CD-A760-00AD0ED73C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3B9ABBD5-5E76-4812-A4CF-2A8B16ADA6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2F97912E-EDA5-4A75-A106-B25426BB66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A8D15062-DCA7-43EE-AB75-CD9C80F379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0EB5712-3433-46B4-A8DF-04A8D03E3E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6F3BFE28-EB41-4640-802B-FAA4F73787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203F4E0E-E3AE-4B10-B1BC-529CC3CD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1B83F41D-7419-46EC-8C00-37127DC3AA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9991303F-ED54-4483-97A9-3143D1CA72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0B99A87F-D826-40DC-B688-B209D5253B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3CB798D6-E3C9-41B2-8F20-F0CF870681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CF03CDA-070F-49AE-B37C-4D08A1BAD2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D4CBFC42-413D-4BC6-9BEA-078040C01E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24A02437-3BDD-4242-9C52-0DB006A35E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7209D1D0-DC11-43F3-8050-D8C01D3B62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8A37369D-62F1-4A67-B1A1-658CBED41D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68CD3744-B811-40BE-B10F-4D5B1AA93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3048B8EA-2CD0-40CF-B570-BD99E0F77C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2D8EA840-350B-405A-A1BB-40D93A00ED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6BFAC7FE-90ED-4400-9E88-D3EB802CF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F8A49AFF-4D6A-4290-A811-6ADBC2A2A5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A5267CD0-3312-488A-ADC9-2A215FC9B5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734AF3AE-4171-471C-AFDE-0A4B563D95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9761283D-6867-470C-85BB-833A5997B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232907EC-87D6-4A76-97C7-ED83798B87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9AE06A14-FDDB-4888-9F8A-C027B6FC7A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408FBBF8-91F0-43DF-84FE-8585BD4C01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40F8B312-3204-4812-9CED-599503CC06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B3163C36-49A9-42CD-84AB-945A54810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C737819E-C741-419C-8B07-6CBF226F4A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86094C82-164A-490B-A711-CBC5914A7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B97614F7-51E5-4AEF-B768-8C452874D2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B6227872-28BD-445D-96AD-EF00622F8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C1DC2CF0-2FA0-43FC-9509-0C6DB072B6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9795B481-57FF-4E8E-83AA-E5D2E3E2F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148378AF-5FAD-46E5-9709-EA405E674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A673CCD4-0D19-45A5-A1E8-0C6F8E2C41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EE686E15-638D-450E-BD41-9EEC16695B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19970629-2923-493A-A315-FA7EDF131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61" name="Freeform: Shape 360">
                <a:extLst>
                  <a:ext uri="{FF2B5EF4-FFF2-40B4-BE49-F238E27FC236}">
                    <a16:creationId xmlns:a16="http://schemas.microsoft.com/office/drawing/2014/main" id="{D8839461-CBD3-4A9A-BBCF-09A883587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62" name="Freeform: Shape 361">
                <a:extLst>
                  <a:ext uri="{FF2B5EF4-FFF2-40B4-BE49-F238E27FC236}">
                    <a16:creationId xmlns:a16="http://schemas.microsoft.com/office/drawing/2014/main" id="{06ACA65A-A638-4499-9A58-4BBB2D8502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3" name="Freeform: Shape 362">
                <a:extLst>
                  <a:ext uri="{FF2B5EF4-FFF2-40B4-BE49-F238E27FC236}">
                    <a16:creationId xmlns:a16="http://schemas.microsoft.com/office/drawing/2014/main" id="{1E2A7DEF-7652-4468-8E3F-6FF0C0A9F9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4" name="Freeform: Shape 363">
                <a:extLst>
                  <a:ext uri="{FF2B5EF4-FFF2-40B4-BE49-F238E27FC236}">
                    <a16:creationId xmlns:a16="http://schemas.microsoft.com/office/drawing/2014/main" id="{B20F00C4-6808-4F91-8495-A7C27E49A1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5" name="Freeform: Shape 364">
                <a:extLst>
                  <a:ext uri="{FF2B5EF4-FFF2-40B4-BE49-F238E27FC236}">
                    <a16:creationId xmlns:a16="http://schemas.microsoft.com/office/drawing/2014/main" id="{4254291C-CB21-424F-AF32-0C70F16421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6" name="Freeform: Shape 365">
                <a:extLst>
                  <a:ext uri="{FF2B5EF4-FFF2-40B4-BE49-F238E27FC236}">
                    <a16:creationId xmlns:a16="http://schemas.microsoft.com/office/drawing/2014/main" id="{C6D37468-BE92-4741-86A9-1417F2AA4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67" name="Freeform: Shape 366">
                <a:extLst>
                  <a:ext uri="{FF2B5EF4-FFF2-40B4-BE49-F238E27FC236}">
                    <a16:creationId xmlns:a16="http://schemas.microsoft.com/office/drawing/2014/main" id="{2A361414-EF46-4101-B08C-BA761D10D3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8" name="Freeform: Shape 367">
                <a:extLst>
                  <a:ext uri="{FF2B5EF4-FFF2-40B4-BE49-F238E27FC236}">
                    <a16:creationId xmlns:a16="http://schemas.microsoft.com/office/drawing/2014/main" id="{62B99449-370E-4EEE-9DB6-159197F278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69" name="Freeform: Shape 368">
                <a:extLst>
                  <a:ext uri="{FF2B5EF4-FFF2-40B4-BE49-F238E27FC236}">
                    <a16:creationId xmlns:a16="http://schemas.microsoft.com/office/drawing/2014/main" id="{FAA977E9-699A-4D73-B0CF-CE0C4EB20C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0" name="Freeform: Shape 369">
                <a:extLst>
                  <a:ext uri="{FF2B5EF4-FFF2-40B4-BE49-F238E27FC236}">
                    <a16:creationId xmlns:a16="http://schemas.microsoft.com/office/drawing/2014/main" id="{9EDD115C-F555-4352-B8FB-C7F9829FA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1" name="Freeform: Shape 370">
                <a:extLst>
                  <a:ext uri="{FF2B5EF4-FFF2-40B4-BE49-F238E27FC236}">
                    <a16:creationId xmlns:a16="http://schemas.microsoft.com/office/drawing/2014/main" id="{9454379A-04D7-4413-8E59-262DB6BCD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2" name="Freeform: Shape 371">
                <a:extLst>
                  <a:ext uri="{FF2B5EF4-FFF2-40B4-BE49-F238E27FC236}">
                    <a16:creationId xmlns:a16="http://schemas.microsoft.com/office/drawing/2014/main" id="{8E65F25A-79A5-4F0D-A340-475979F28C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73" name="Freeform: Shape 372">
                <a:extLst>
                  <a:ext uri="{FF2B5EF4-FFF2-40B4-BE49-F238E27FC236}">
                    <a16:creationId xmlns:a16="http://schemas.microsoft.com/office/drawing/2014/main" id="{838E1E5B-3968-49BD-843C-C8C0F44C6E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4" name="Freeform: Shape 373">
                <a:extLst>
                  <a:ext uri="{FF2B5EF4-FFF2-40B4-BE49-F238E27FC236}">
                    <a16:creationId xmlns:a16="http://schemas.microsoft.com/office/drawing/2014/main" id="{94CA466D-7602-4464-BAB2-071A59F8A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75" name="Freeform: Shape 374">
                <a:extLst>
                  <a:ext uri="{FF2B5EF4-FFF2-40B4-BE49-F238E27FC236}">
                    <a16:creationId xmlns:a16="http://schemas.microsoft.com/office/drawing/2014/main" id="{4A1357E7-09DA-4B68-A637-F277764E9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6" name="Freeform: Shape 375">
                <a:extLst>
                  <a:ext uri="{FF2B5EF4-FFF2-40B4-BE49-F238E27FC236}">
                    <a16:creationId xmlns:a16="http://schemas.microsoft.com/office/drawing/2014/main" id="{1EFCA436-DAC9-4B9E-82BE-E0DE3F5C8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7" name="Freeform: Shape 376">
                <a:extLst>
                  <a:ext uri="{FF2B5EF4-FFF2-40B4-BE49-F238E27FC236}">
                    <a16:creationId xmlns:a16="http://schemas.microsoft.com/office/drawing/2014/main" id="{FA482722-F397-4F01-97DD-D018FE6378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8" name="Freeform: Shape 377">
                <a:extLst>
                  <a:ext uri="{FF2B5EF4-FFF2-40B4-BE49-F238E27FC236}">
                    <a16:creationId xmlns:a16="http://schemas.microsoft.com/office/drawing/2014/main" id="{5CF6C289-6A1B-4031-84CC-4DA52D08ED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79" name="Freeform: Shape 378">
                <a:extLst>
                  <a:ext uri="{FF2B5EF4-FFF2-40B4-BE49-F238E27FC236}">
                    <a16:creationId xmlns:a16="http://schemas.microsoft.com/office/drawing/2014/main" id="{42F190D1-D9E1-46D5-A212-6560B860B6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0" name="Freeform: Shape 379">
                <a:extLst>
                  <a:ext uri="{FF2B5EF4-FFF2-40B4-BE49-F238E27FC236}">
                    <a16:creationId xmlns:a16="http://schemas.microsoft.com/office/drawing/2014/main" id="{08ADD086-4DD1-4EBA-BC75-CD93AE4D44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81" name="Freeform: Shape 380">
                <a:extLst>
                  <a:ext uri="{FF2B5EF4-FFF2-40B4-BE49-F238E27FC236}">
                    <a16:creationId xmlns:a16="http://schemas.microsoft.com/office/drawing/2014/main" id="{75A280D7-478F-468E-9644-B09B8FDEB7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2" name="Freeform: Shape 381">
                <a:extLst>
                  <a:ext uri="{FF2B5EF4-FFF2-40B4-BE49-F238E27FC236}">
                    <a16:creationId xmlns:a16="http://schemas.microsoft.com/office/drawing/2014/main" id="{C9BE9354-BB23-458F-9AE3-DD8AC4F1E6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3" name="Freeform: Shape 382">
                <a:extLst>
                  <a:ext uri="{FF2B5EF4-FFF2-40B4-BE49-F238E27FC236}">
                    <a16:creationId xmlns:a16="http://schemas.microsoft.com/office/drawing/2014/main" id="{861A354D-F521-44EF-9140-7393D26D2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4" name="Freeform: Shape 383">
                <a:extLst>
                  <a:ext uri="{FF2B5EF4-FFF2-40B4-BE49-F238E27FC236}">
                    <a16:creationId xmlns:a16="http://schemas.microsoft.com/office/drawing/2014/main" id="{C76B3340-3BF4-4FB9-B7FA-751617C73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85" name="Freeform: Shape 384">
                <a:extLst>
                  <a:ext uri="{FF2B5EF4-FFF2-40B4-BE49-F238E27FC236}">
                    <a16:creationId xmlns:a16="http://schemas.microsoft.com/office/drawing/2014/main" id="{C802BF6D-7C7F-41BF-B0CA-C5E6AFABB3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6" name="Freeform: Shape 385">
                <a:extLst>
                  <a:ext uri="{FF2B5EF4-FFF2-40B4-BE49-F238E27FC236}">
                    <a16:creationId xmlns:a16="http://schemas.microsoft.com/office/drawing/2014/main" id="{712FB0EF-009B-4384-BD25-D3C6EBCC97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87" name="Freeform: Shape 386">
                <a:extLst>
                  <a:ext uri="{FF2B5EF4-FFF2-40B4-BE49-F238E27FC236}">
                    <a16:creationId xmlns:a16="http://schemas.microsoft.com/office/drawing/2014/main" id="{922F2BA9-9373-465D-8F24-F58DB9B1B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8" name="Freeform: Shape 387">
                <a:extLst>
                  <a:ext uri="{FF2B5EF4-FFF2-40B4-BE49-F238E27FC236}">
                    <a16:creationId xmlns:a16="http://schemas.microsoft.com/office/drawing/2014/main" id="{4FAD72B3-1B8B-4B05-B201-419A776FB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9" name="Freeform: Shape 388">
                <a:extLst>
                  <a:ext uri="{FF2B5EF4-FFF2-40B4-BE49-F238E27FC236}">
                    <a16:creationId xmlns:a16="http://schemas.microsoft.com/office/drawing/2014/main" id="{AC81E68B-1417-445D-9B51-60A0F91E5B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0" name="Freeform: Shape 389">
                <a:extLst>
                  <a:ext uri="{FF2B5EF4-FFF2-40B4-BE49-F238E27FC236}">
                    <a16:creationId xmlns:a16="http://schemas.microsoft.com/office/drawing/2014/main" id="{7D5A9E27-E07F-4466-9021-D25D85CDC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91" name="Freeform: Shape 390">
                <a:extLst>
                  <a:ext uri="{FF2B5EF4-FFF2-40B4-BE49-F238E27FC236}">
                    <a16:creationId xmlns:a16="http://schemas.microsoft.com/office/drawing/2014/main" id="{CF5DC41D-2B9C-4659-9F3E-C3A2BDE8B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2" name="Freeform: Shape 391">
                <a:extLst>
                  <a:ext uri="{FF2B5EF4-FFF2-40B4-BE49-F238E27FC236}">
                    <a16:creationId xmlns:a16="http://schemas.microsoft.com/office/drawing/2014/main" id="{5AA3263F-DADF-4BDD-82AC-F44BC4FE0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93" name="Freeform: Shape 392">
                <a:extLst>
                  <a:ext uri="{FF2B5EF4-FFF2-40B4-BE49-F238E27FC236}">
                    <a16:creationId xmlns:a16="http://schemas.microsoft.com/office/drawing/2014/main" id="{8999662B-626A-4D98-920C-CDA407F83B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4" name="Freeform: Shape 393">
                <a:extLst>
                  <a:ext uri="{FF2B5EF4-FFF2-40B4-BE49-F238E27FC236}">
                    <a16:creationId xmlns:a16="http://schemas.microsoft.com/office/drawing/2014/main" id="{D6C410A6-2F1A-4222-8D50-2781C5D7E5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95" name="Freeform: Shape 394">
                <a:extLst>
                  <a:ext uri="{FF2B5EF4-FFF2-40B4-BE49-F238E27FC236}">
                    <a16:creationId xmlns:a16="http://schemas.microsoft.com/office/drawing/2014/main" id="{9221CD39-A736-45F1-92AA-8533C1D277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6" name="Freeform: Shape 395">
                <a:extLst>
                  <a:ext uri="{FF2B5EF4-FFF2-40B4-BE49-F238E27FC236}">
                    <a16:creationId xmlns:a16="http://schemas.microsoft.com/office/drawing/2014/main" id="{B3025FBC-7A41-410A-AC63-DD483277D2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97" name="Freeform: Shape 396">
                <a:extLst>
                  <a:ext uri="{FF2B5EF4-FFF2-40B4-BE49-F238E27FC236}">
                    <a16:creationId xmlns:a16="http://schemas.microsoft.com/office/drawing/2014/main" id="{09A5D562-F236-406C-A6FF-163F8FE290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98" name="Freeform: Shape 397">
                <a:extLst>
                  <a:ext uri="{FF2B5EF4-FFF2-40B4-BE49-F238E27FC236}">
                    <a16:creationId xmlns:a16="http://schemas.microsoft.com/office/drawing/2014/main" id="{98086E1B-8B11-4A2D-BB70-33C51E4762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99" name="Freeform: Shape 398">
                <a:extLst>
                  <a:ext uri="{FF2B5EF4-FFF2-40B4-BE49-F238E27FC236}">
                    <a16:creationId xmlns:a16="http://schemas.microsoft.com/office/drawing/2014/main" id="{7B908F0B-B32A-46B3-8587-82EC271B8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00" name="Freeform: Shape 399">
                <a:extLst>
                  <a:ext uri="{FF2B5EF4-FFF2-40B4-BE49-F238E27FC236}">
                    <a16:creationId xmlns:a16="http://schemas.microsoft.com/office/drawing/2014/main" id="{B2687ECF-D561-41B0-AD3C-7F627A412B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01" name="Freeform: Shape 400">
                <a:extLst>
                  <a:ext uri="{FF2B5EF4-FFF2-40B4-BE49-F238E27FC236}">
                    <a16:creationId xmlns:a16="http://schemas.microsoft.com/office/drawing/2014/main" id="{F7F6218A-89E1-41D8-8C8C-6CF0F70F5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02" name="Freeform: Shape 401">
                <a:extLst>
                  <a:ext uri="{FF2B5EF4-FFF2-40B4-BE49-F238E27FC236}">
                    <a16:creationId xmlns:a16="http://schemas.microsoft.com/office/drawing/2014/main" id="{CAFE4E14-C851-4334-9F44-DFD70DD46D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03" name="Freeform: Shape 402">
                <a:extLst>
                  <a:ext uri="{FF2B5EF4-FFF2-40B4-BE49-F238E27FC236}">
                    <a16:creationId xmlns:a16="http://schemas.microsoft.com/office/drawing/2014/main" id="{7011BCD2-D4B9-4726-8FF7-FF4B12983A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4" name="Freeform: Shape 403">
                <a:extLst>
                  <a:ext uri="{FF2B5EF4-FFF2-40B4-BE49-F238E27FC236}">
                    <a16:creationId xmlns:a16="http://schemas.microsoft.com/office/drawing/2014/main" id="{D21E20DA-52FD-41FC-AB37-5468D9F208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5" name="Freeform: Shape 404">
                <a:extLst>
                  <a:ext uri="{FF2B5EF4-FFF2-40B4-BE49-F238E27FC236}">
                    <a16:creationId xmlns:a16="http://schemas.microsoft.com/office/drawing/2014/main" id="{69EB0F03-97F9-4207-9552-FD5F92185E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6" name="Freeform: Shape 405">
                <a:extLst>
                  <a:ext uri="{FF2B5EF4-FFF2-40B4-BE49-F238E27FC236}">
                    <a16:creationId xmlns:a16="http://schemas.microsoft.com/office/drawing/2014/main" id="{F1675131-367D-4E22-8170-BE1BCA565B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07" name="Freeform: Shape 406">
                <a:extLst>
                  <a:ext uri="{FF2B5EF4-FFF2-40B4-BE49-F238E27FC236}">
                    <a16:creationId xmlns:a16="http://schemas.microsoft.com/office/drawing/2014/main" id="{8CA3664D-20A4-4FCC-9CD3-E7A452C5B4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8" name="Freeform: Shape 407">
                <a:extLst>
                  <a:ext uri="{FF2B5EF4-FFF2-40B4-BE49-F238E27FC236}">
                    <a16:creationId xmlns:a16="http://schemas.microsoft.com/office/drawing/2014/main" id="{A9515CFE-D1C5-4594-A572-DB2235C694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09" name="Freeform: Shape 408">
                <a:extLst>
                  <a:ext uri="{FF2B5EF4-FFF2-40B4-BE49-F238E27FC236}">
                    <a16:creationId xmlns:a16="http://schemas.microsoft.com/office/drawing/2014/main" id="{DCFB6755-EA85-4DA9-A570-59F500E95F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0" name="Freeform: Shape 409">
                <a:extLst>
                  <a:ext uri="{FF2B5EF4-FFF2-40B4-BE49-F238E27FC236}">
                    <a16:creationId xmlns:a16="http://schemas.microsoft.com/office/drawing/2014/main" id="{824F6828-D6CE-44D4-BF48-6FA7F58862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1" name="Freeform: Shape 410">
                <a:extLst>
                  <a:ext uri="{FF2B5EF4-FFF2-40B4-BE49-F238E27FC236}">
                    <a16:creationId xmlns:a16="http://schemas.microsoft.com/office/drawing/2014/main" id="{97E302B6-BC6F-4DF5-B1FA-3BEE992671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2" name="Freeform: Shape 411">
                <a:extLst>
                  <a:ext uri="{FF2B5EF4-FFF2-40B4-BE49-F238E27FC236}">
                    <a16:creationId xmlns:a16="http://schemas.microsoft.com/office/drawing/2014/main" id="{42327E29-F07F-4C06-A1E3-19EBCABEE3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3" name="Freeform: Shape 412">
                <a:extLst>
                  <a:ext uri="{FF2B5EF4-FFF2-40B4-BE49-F238E27FC236}">
                    <a16:creationId xmlns:a16="http://schemas.microsoft.com/office/drawing/2014/main" id="{1FF70127-1DB3-4507-ABD4-BE6242907A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4" name="Freeform: Shape 413">
                <a:extLst>
                  <a:ext uri="{FF2B5EF4-FFF2-40B4-BE49-F238E27FC236}">
                    <a16:creationId xmlns:a16="http://schemas.microsoft.com/office/drawing/2014/main" id="{9655D743-D6D1-4AAF-8644-B7B6053308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5" name="Freeform: Shape 414">
                <a:extLst>
                  <a:ext uri="{FF2B5EF4-FFF2-40B4-BE49-F238E27FC236}">
                    <a16:creationId xmlns:a16="http://schemas.microsoft.com/office/drawing/2014/main" id="{AEB3D1EA-07D1-4406-BF5A-AEA41D7D2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16" name="Freeform: Shape 415">
                <a:extLst>
                  <a:ext uri="{FF2B5EF4-FFF2-40B4-BE49-F238E27FC236}">
                    <a16:creationId xmlns:a16="http://schemas.microsoft.com/office/drawing/2014/main" id="{0DFB99DC-1A5F-455D-9AD5-B84298D1CB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7" name="Freeform: Shape 416">
                <a:extLst>
                  <a:ext uri="{FF2B5EF4-FFF2-40B4-BE49-F238E27FC236}">
                    <a16:creationId xmlns:a16="http://schemas.microsoft.com/office/drawing/2014/main" id="{30CD14F4-787A-4CB1-87CB-FD4A28816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8" name="Freeform: Shape 417">
                <a:extLst>
                  <a:ext uri="{FF2B5EF4-FFF2-40B4-BE49-F238E27FC236}">
                    <a16:creationId xmlns:a16="http://schemas.microsoft.com/office/drawing/2014/main" id="{A23CE74A-BDFD-4B56-84CA-734581FCF2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9" name="Freeform: Shape 418">
                <a:extLst>
                  <a:ext uri="{FF2B5EF4-FFF2-40B4-BE49-F238E27FC236}">
                    <a16:creationId xmlns:a16="http://schemas.microsoft.com/office/drawing/2014/main" id="{9E4FE61F-77E6-40E1-97B9-2B88B7CE9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0" name="Freeform: Shape 419">
                <a:extLst>
                  <a:ext uri="{FF2B5EF4-FFF2-40B4-BE49-F238E27FC236}">
                    <a16:creationId xmlns:a16="http://schemas.microsoft.com/office/drawing/2014/main" id="{3C5471DE-7760-4942-9752-D8676B2BED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1" name="Freeform: Shape 420">
                <a:extLst>
                  <a:ext uri="{FF2B5EF4-FFF2-40B4-BE49-F238E27FC236}">
                    <a16:creationId xmlns:a16="http://schemas.microsoft.com/office/drawing/2014/main" id="{AFC6266D-DA02-4614-88F2-7077DCC291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2" name="Freeform: Shape 421">
                <a:extLst>
                  <a:ext uri="{FF2B5EF4-FFF2-40B4-BE49-F238E27FC236}">
                    <a16:creationId xmlns:a16="http://schemas.microsoft.com/office/drawing/2014/main" id="{AE1A43A2-78D9-4279-B715-FED7BD949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23" name="Freeform: Shape 422">
                <a:extLst>
                  <a:ext uri="{FF2B5EF4-FFF2-40B4-BE49-F238E27FC236}">
                    <a16:creationId xmlns:a16="http://schemas.microsoft.com/office/drawing/2014/main" id="{A2B18DEA-1741-42E2-9097-7B5DE00183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4" name="Freeform: Shape 423">
                <a:extLst>
                  <a:ext uri="{FF2B5EF4-FFF2-40B4-BE49-F238E27FC236}">
                    <a16:creationId xmlns:a16="http://schemas.microsoft.com/office/drawing/2014/main" id="{A78E9B74-5DCA-4B60-89A6-2B3A85E24A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5" name="Freeform: Shape 424">
                <a:extLst>
                  <a:ext uri="{FF2B5EF4-FFF2-40B4-BE49-F238E27FC236}">
                    <a16:creationId xmlns:a16="http://schemas.microsoft.com/office/drawing/2014/main" id="{057B4547-96DD-4BA0-994D-C76DE93AD3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6" name="Freeform: Shape 425">
                <a:extLst>
                  <a:ext uri="{FF2B5EF4-FFF2-40B4-BE49-F238E27FC236}">
                    <a16:creationId xmlns:a16="http://schemas.microsoft.com/office/drawing/2014/main" id="{30454D66-4E7A-44FE-9822-3D34133AB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7" name="Freeform: Shape 426">
                <a:extLst>
                  <a:ext uri="{FF2B5EF4-FFF2-40B4-BE49-F238E27FC236}">
                    <a16:creationId xmlns:a16="http://schemas.microsoft.com/office/drawing/2014/main" id="{29051627-5724-440D-8B81-D4F83BE986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8" name="Freeform: Shape 427">
                <a:extLst>
                  <a:ext uri="{FF2B5EF4-FFF2-40B4-BE49-F238E27FC236}">
                    <a16:creationId xmlns:a16="http://schemas.microsoft.com/office/drawing/2014/main" id="{38507626-34D1-4BBF-B9EF-BDE8BBBFD6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9" name="Freeform: Shape 428">
                <a:extLst>
                  <a:ext uri="{FF2B5EF4-FFF2-40B4-BE49-F238E27FC236}">
                    <a16:creationId xmlns:a16="http://schemas.microsoft.com/office/drawing/2014/main" id="{209CB8E9-BC41-4D95-B65F-8285256ADF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0" name="Freeform: Shape 429">
                <a:extLst>
                  <a:ext uri="{FF2B5EF4-FFF2-40B4-BE49-F238E27FC236}">
                    <a16:creationId xmlns:a16="http://schemas.microsoft.com/office/drawing/2014/main" id="{FB597DBE-D5A0-45B1-A659-8452BF04A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31" name="Freeform: Shape 430">
                <a:extLst>
                  <a:ext uri="{FF2B5EF4-FFF2-40B4-BE49-F238E27FC236}">
                    <a16:creationId xmlns:a16="http://schemas.microsoft.com/office/drawing/2014/main" id="{053D2250-26AE-4ED4-8644-0A23D1CBC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2" name="Freeform: Shape 431">
                <a:extLst>
                  <a:ext uri="{FF2B5EF4-FFF2-40B4-BE49-F238E27FC236}">
                    <a16:creationId xmlns:a16="http://schemas.microsoft.com/office/drawing/2014/main" id="{932173CC-8796-4913-BFB5-DEABBA8553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3" name="Freeform: Shape 432">
                <a:extLst>
                  <a:ext uri="{FF2B5EF4-FFF2-40B4-BE49-F238E27FC236}">
                    <a16:creationId xmlns:a16="http://schemas.microsoft.com/office/drawing/2014/main" id="{79FC0C90-AECD-45F4-8BAD-CA3DAC393C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4" name="Freeform: Shape 433">
                <a:extLst>
                  <a:ext uri="{FF2B5EF4-FFF2-40B4-BE49-F238E27FC236}">
                    <a16:creationId xmlns:a16="http://schemas.microsoft.com/office/drawing/2014/main" id="{9475113E-1AC5-4621-A394-9D0657FC01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35" name="Freeform: Shape 434">
                <a:extLst>
                  <a:ext uri="{FF2B5EF4-FFF2-40B4-BE49-F238E27FC236}">
                    <a16:creationId xmlns:a16="http://schemas.microsoft.com/office/drawing/2014/main" id="{EF8491AB-6DD8-4293-B4D7-550388F1BB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6" name="Freeform: Shape 435">
                <a:extLst>
                  <a:ext uri="{FF2B5EF4-FFF2-40B4-BE49-F238E27FC236}">
                    <a16:creationId xmlns:a16="http://schemas.microsoft.com/office/drawing/2014/main" id="{1851A60B-8BBD-4C38-9143-0AF1DC783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37" name="Freeform: Shape 436">
                <a:extLst>
                  <a:ext uri="{FF2B5EF4-FFF2-40B4-BE49-F238E27FC236}">
                    <a16:creationId xmlns:a16="http://schemas.microsoft.com/office/drawing/2014/main" id="{B9810BA7-727E-4871-A866-A0CD5EE6CD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38" name="Freeform: Shape 437">
                <a:extLst>
                  <a:ext uri="{FF2B5EF4-FFF2-40B4-BE49-F238E27FC236}">
                    <a16:creationId xmlns:a16="http://schemas.microsoft.com/office/drawing/2014/main" id="{E2252C24-7565-4F9E-81B7-F0385F30CB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439" name="Freeform: Shape 438">
                <a:extLst>
                  <a:ext uri="{FF2B5EF4-FFF2-40B4-BE49-F238E27FC236}">
                    <a16:creationId xmlns:a16="http://schemas.microsoft.com/office/drawing/2014/main" id="{91095F58-4C7C-4261-AF74-4C8BEA99F8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40" name="Freeform: Shape 439">
                <a:extLst>
                  <a:ext uri="{FF2B5EF4-FFF2-40B4-BE49-F238E27FC236}">
                    <a16:creationId xmlns:a16="http://schemas.microsoft.com/office/drawing/2014/main" id="{A79FED60-FFC3-4420-BB54-25D7E3D20C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441" name="Freeform: Shape 440">
                <a:extLst>
                  <a:ext uri="{FF2B5EF4-FFF2-40B4-BE49-F238E27FC236}">
                    <a16:creationId xmlns:a16="http://schemas.microsoft.com/office/drawing/2014/main" id="{1B619CEC-F915-4E63-AF98-E4212F9F66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42" name="Freeform: Shape 441">
                <a:extLst>
                  <a:ext uri="{FF2B5EF4-FFF2-40B4-BE49-F238E27FC236}">
                    <a16:creationId xmlns:a16="http://schemas.microsoft.com/office/drawing/2014/main" id="{03FBB620-A91A-4FF4-B380-DC4FEC600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3" name="Freeform: Shape 442">
                <a:extLst>
                  <a:ext uri="{FF2B5EF4-FFF2-40B4-BE49-F238E27FC236}">
                    <a16:creationId xmlns:a16="http://schemas.microsoft.com/office/drawing/2014/main" id="{912F7E0D-8362-4060-BB77-EC596B279A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4" name="Freeform: Shape 443">
                <a:extLst>
                  <a:ext uri="{FF2B5EF4-FFF2-40B4-BE49-F238E27FC236}">
                    <a16:creationId xmlns:a16="http://schemas.microsoft.com/office/drawing/2014/main" id="{4F11F9EE-F36A-4206-AE5B-60825B153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45" name="Freeform: Shape 444">
                <a:extLst>
                  <a:ext uri="{FF2B5EF4-FFF2-40B4-BE49-F238E27FC236}">
                    <a16:creationId xmlns:a16="http://schemas.microsoft.com/office/drawing/2014/main" id="{F342A80B-ACB4-4C6F-8250-212611A28B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6" name="Freeform: Shape 445">
                <a:extLst>
                  <a:ext uri="{FF2B5EF4-FFF2-40B4-BE49-F238E27FC236}">
                    <a16:creationId xmlns:a16="http://schemas.microsoft.com/office/drawing/2014/main" id="{D4EC40C9-93C0-498E-A05D-17EF46BB9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47" name="Freeform: Shape 446">
                <a:extLst>
                  <a:ext uri="{FF2B5EF4-FFF2-40B4-BE49-F238E27FC236}">
                    <a16:creationId xmlns:a16="http://schemas.microsoft.com/office/drawing/2014/main" id="{E42CF2F2-4895-495A-B10B-EE6C93BDB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48" name="Freeform: Shape 447">
                <a:extLst>
                  <a:ext uri="{FF2B5EF4-FFF2-40B4-BE49-F238E27FC236}">
                    <a16:creationId xmlns:a16="http://schemas.microsoft.com/office/drawing/2014/main" id="{2AFEDFDC-CB51-46B4-8294-26B55F973A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9" name="Freeform: Shape 448">
                <a:extLst>
                  <a:ext uri="{FF2B5EF4-FFF2-40B4-BE49-F238E27FC236}">
                    <a16:creationId xmlns:a16="http://schemas.microsoft.com/office/drawing/2014/main" id="{AD19ED5F-B560-4366-AD14-9EC71C7ED6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0" name="Freeform: Shape 449">
                <a:extLst>
                  <a:ext uri="{FF2B5EF4-FFF2-40B4-BE49-F238E27FC236}">
                    <a16:creationId xmlns:a16="http://schemas.microsoft.com/office/drawing/2014/main" id="{42E95D3F-2E55-4021-9D6F-B6E7224C9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51" name="Freeform: Shape 450">
                <a:extLst>
                  <a:ext uri="{FF2B5EF4-FFF2-40B4-BE49-F238E27FC236}">
                    <a16:creationId xmlns:a16="http://schemas.microsoft.com/office/drawing/2014/main" id="{F45660DB-2DA2-4937-B362-69FA55D2B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2" name="Freeform: Shape 451">
                <a:extLst>
                  <a:ext uri="{FF2B5EF4-FFF2-40B4-BE49-F238E27FC236}">
                    <a16:creationId xmlns:a16="http://schemas.microsoft.com/office/drawing/2014/main" id="{FA488514-5D26-42FF-BD81-E9F2E1DE3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53" name="Freeform: Shape 452">
                <a:extLst>
                  <a:ext uri="{FF2B5EF4-FFF2-40B4-BE49-F238E27FC236}">
                    <a16:creationId xmlns:a16="http://schemas.microsoft.com/office/drawing/2014/main" id="{421E4366-604D-4893-BE4C-08D448A06C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4" name="Freeform: Shape 453">
                <a:extLst>
                  <a:ext uri="{FF2B5EF4-FFF2-40B4-BE49-F238E27FC236}">
                    <a16:creationId xmlns:a16="http://schemas.microsoft.com/office/drawing/2014/main" id="{9128E702-7B78-4B59-BAB4-530DF53A8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5" name="Freeform: Shape 454">
                <a:extLst>
                  <a:ext uri="{FF2B5EF4-FFF2-40B4-BE49-F238E27FC236}">
                    <a16:creationId xmlns:a16="http://schemas.microsoft.com/office/drawing/2014/main" id="{97456D98-32F2-4486-81EE-5CBDC51379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6" name="Freeform: Shape 455">
                <a:extLst>
                  <a:ext uri="{FF2B5EF4-FFF2-40B4-BE49-F238E27FC236}">
                    <a16:creationId xmlns:a16="http://schemas.microsoft.com/office/drawing/2014/main" id="{F3173B06-C53D-4E52-B3D3-7D10BB963E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57" name="Freeform: Shape 456">
                <a:extLst>
                  <a:ext uri="{FF2B5EF4-FFF2-40B4-BE49-F238E27FC236}">
                    <a16:creationId xmlns:a16="http://schemas.microsoft.com/office/drawing/2014/main" id="{A5E08649-A0F1-4F92-9B1A-23DD0768E2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8" name="Freeform: Shape 457">
                <a:extLst>
                  <a:ext uri="{FF2B5EF4-FFF2-40B4-BE49-F238E27FC236}">
                    <a16:creationId xmlns:a16="http://schemas.microsoft.com/office/drawing/2014/main" id="{0386755E-BD00-42F5-8AFD-3FE177FD6E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59" name="Freeform: Shape 458">
                <a:extLst>
                  <a:ext uri="{FF2B5EF4-FFF2-40B4-BE49-F238E27FC236}">
                    <a16:creationId xmlns:a16="http://schemas.microsoft.com/office/drawing/2014/main" id="{38479D89-3237-4F5A-9785-2F84E973F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0" name="Freeform: Shape 459">
                <a:extLst>
                  <a:ext uri="{FF2B5EF4-FFF2-40B4-BE49-F238E27FC236}">
                    <a16:creationId xmlns:a16="http://schemas.microsoft.com/office/drawing/2014/main" id="{F86502C8-2734-48E5-9834-A8435644CD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1" name="Freeform: Shape 460">
                <a:extLst>
                  <a:ext uri="{FF2B5EF4-FFF2-40B4-BE49-F238E27FC236}">
                    <a16:creationId xmlns:a16="http://schemas.microsoft.com/office/drawing/2014/main" id="{CEA77AA6-BB37-4CE8-9E75-DB4F595BA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2" name="Freeform: Shape 461">
                <a:extLst>
                  <a:ext uri="{FF2B5EF4-FFF2-40B4-BE49-F238E27FC236}">
                    <a16:creationId xmlns:a16="http://schemas.microsoft.com/office/drawing/2014/main" id="{CF79F8C8-5618-4880-A26B-8310380F0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63" name="Freeform: Shape 462">
                <a:extLst>
                  <a:ext uri="{FF2B5EF4-FFF2-40B4-BE49-F238E27FC236}">
                    <a16:creationId xmlns:a16="http://schemas.microsoft.com/office/drawing/2014/main" id="{880EE80C-A78F-4B21-985E-50CACEF2E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4" name="Freeform: Shape 463">
                <a:extLst>
                  <a:ext uri="{FF2B5EF4-FFF2-40B4-BE49-F238E27FC236}">
                    <a16:creationId xmlns:a16="http://schemas.microsoft.com/office/drawing/2014/main" id="{0EDC8879-9797-42E5-AB8E-E36229BF3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65" name="Freeform: Shape 464">
                <a:extLst>
                  <a:ext uri="{FF2B5EF4-FFF2-40B4-BE49-F238E27FC236}">
                    <a16:creationId xmlns:a16="http://schemas.microsoft.com/office/drawing/2014/main" id="{1B37764D-AF04-4F2C-81D9-5EFA3E5C02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6" name="Freeform: Shape 465">
                <a:extLst>
                  <a:ext uri="{FF2B5EF4-FFF2-40B4-BE49-F238E27FC236}">
                    <a16:creationId xmlns:a16="http://schemas.microsoft.com/office/drawing/2014/main" id="{31C6105B-1E1B-4444-A6E5-5B157F3C16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7" name="Freeform: Shape 466">
                <a:extLst>
                  <a:ext uri="{FF2B5EF4-FFF2-40B4-BE49-F238E27FC236}">
                    <a16:creationId xmlns:a16="http://schemas.microsoft.com/office/drawing/2014/main" id="{559B4EC8-EFFF-4DCA-AAB8-26AF6679D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8" name="Freeform: Shape 467">
                <a:extLst>
                  <a:ext uri="{FF2B5EF4-FFF2-40B4-BE49-F238E27FC236}">
                    <a16:creationId xmlns:a16="http://schemas.microsoft.com/office/drawing/2014/main" id="{ED93E274-9D58-4EC9-80D4-33D9D3A09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469" name="Freeform: Shape 468">
                <a:extLst>
                  <a:ext uri="{FF2B5EF4-FFF2-40B4-BE49-F238E27FC236}">
                    <a16:creationId xmlns:a16="http://schemas.microsoft.com/office/drawing/2014/main" id="{6E5616A1-0B5F-4D6D-910E-792B393B3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0" name="Freeform: Shape 469">
                <a:extLst>
                  <a:ext uri="{FF2B5EF4-FFF2-40B4-BE49-F238E27FC236}">
                    <a16:creationId xmlns:a16="http://schemas.microsoft.com/office/drawing/2014/main" id="{BDD0D9C8-A2E7-4C95-BBC5-5E2D62D670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471" name="Freeform: Shape 470">
                <a:extLst>
                  <a:ext uri="{FF2B5EF4-FFF2-40B4-BE49-F238E27FC236}">
                    <a16:creationId xmlns:a16="http://schemas.microsoft.com/office/drawing/2014/main" id="{509401FA-7222-4A17-828C-1729888E93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33" name="Graphic 4">
              <a:extLst>
                <a:ext uri="{FF2B5EF4-FFF2-40B4-BE49-F238E27FC236}">
                  <a16:creationId xmlns:a16="http://schemas.microsoft.com/office/drawing/2014/main" id="{7B025375-9B31-46A6-87EC-BA8E94E6788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154385" y="4452524"/>
              <a:ext cx="1443404" cy="1443428"/>
              <a:chOff x="5734037" y="3067039"/>
              <a:chExt cx="724483" cy="724489"/>
            </a:xfrm>
            <a:grpFill/>
          </p:grpSpPr>
          <p:sp>
            <p:nvSpPr>
              <p:cNvPr id="134" name="Freeform: Shape 133">
                <a:extLst>
                  <a:ext uri="{FF2B5EF4-FFF2-40B4-BE49-F238E27FC236}">
                    <a16:creationId xmlns:a16="http://schemas.microsoft.com/office/drawing/2014/main" id="{454AFC84-3FCF-4783-9CE6-BE7BCF5CB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EEC3B2D5-1605-4334-8CC6-33D5D53E7F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893286B7-109A-47DD-BD18-3A8E2FCDF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A6E4611D-D180-45CC-95F3-4D780BF21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075D9DF6-64E6-48A9-89BE-1AEDF3DBA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A77E91B6-62FE-4219-8648-2FA062EE04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E05794AA-8ED8-4FEB-B9E2-3D6829552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0CEF7D50-E12D-4F46-9B10-16E903FB7F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4D885088-5CE2-4ABB-AC5F-8E295C63A4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B7F9B5BB-81CC-442B-B607-5F084799EE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1CC6AB35-BB47-42CE-9492-77B57C3613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E13E089E-A0F7-4B85-BFEF-EABBF38248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9306C271-11BD-4ACA-99FC-BC847B6AB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A51C39C2-B68B-4FB3-AF93-3B6EFC5EB8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D19A9E62-BA64-414F-9053-428828BD4F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90F1A2A5-D670-4734-B018-570175184E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896E20F-D59A-4E5C-AAC2-ED79FCAC3C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B3B49622-0DD4-4378-A974-3EC752B2D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8BF83D4D-5E95-4F61-8A1C-624625209F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FB270157-AA6D-4EE4-9506-368F8C97C6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94DA0BEE-AE9D-4CE8-B249-C229E628E8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AD089CCA-7A85-405E-9AF7-96F814E3B8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5E30352E-9DBA-4777-A093-B6F3D60607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64C5F14-2A45-42AA-948A-6C7D19578F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B3CF5D72-A8B6-4A2B-8F09-46F06C3B9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8D32D7ED-2507-43E0-BCA0-69F1D921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6029896F-72B5-4FBB-98D7-A4A6B7A8EB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C735037E-DA25-4564-960C-F744D00E1C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975717CD-2FAA-46E2-825A-5A409DC36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9ABAD2C5-9937-47FF-9A17-132CEA54C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5319C0FD-333B-49B2-B54F-959084B1C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A3F88462-C743-4DF3-9A31-09108B3DD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5A47CC3C-9310-422C-8AF8-CF56E286B3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64CBAB0F-DFA6-4370-AF0D-EAEA0DA18E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CB75D567-78A7-4986-B241-E03EB5B6A7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A6065FE5-5B5D-426F-A331-FFB91E483E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8748863-F066-4C39-BA9E-951EA19F14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988B46B-EC58-4704-8960-75C617B2CE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3C8F94F3-22A8-4403-BAF4-DA1344D120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6144F6B6-FBD2-44C5-93F2-36FB060AB8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FDFF1114-943E-4377-9482-AC35E9B91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E29A169E-8860-41C6-B2BA-656C9E87F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D1DA92F1-025A-41CC-892D-006269B6C0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5B423574-AD0E-466C-A690-E3BF7ABCC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C37E67DD-12D5-49FA-AE92-B1F4186329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3E085075-A03E-4D1C-A2BE-219D51E77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A552ECBE-4DF7-4004-80CB-33A3864DC1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B1DFB18-112F-43BE-938F-949ACF4CE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7107EA75-B66F-478F-A9A4-8BE4090A18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B032A1FF-0163-4F65-9627-3D0E330E7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68F81DD7-3941-40F3-A5C5-1D25AD61E7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767D955C-E4A5-47E9-B07D-7C7FD8E395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331DEA5B-7DF4-4F3E-B837-7388E6701C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F640D8A9-2845-4810-99AA-3464C47FB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C1AA428D-A610-40EA-926D-72664C6A3A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088B6BF5-3A26-476D-AF79-46892B0AE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A0D38E94-BDA0-466A-866C-7D754B54B6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2E4807B4-64BB-4BB1-A6C7-B9F8B78FE5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AB74427A-2B27-4328-8ECD-0166E61D8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058C6F50-4093-4240-B613-EA20F73E29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341C2F64-B446-495C-B3ED-DA19115FD8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DEDDACDA-D780-49ED-88B3-AC1E6CECD3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3B6F340F-6BFF-4869-B569-850333B1C4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C4FC277F-1805-46F5-8D99-EE30A5FCD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DE3D8861-A4CB-46F2-812C-4857D1E76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5C3AD847-D9CA-4EC5-890E-21244786F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CA89CE44-4244-411C-A74F-1446D8BC1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60E6026F-2714-4620-8EE9-3C55C2D6C2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C0A828ED-45A9-4D69-975D-19CD36650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70CBCD0-B8B7-483D-A17D-9351A1A47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8BDEF120-B9AE-44F5-B98D-937D9C9293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A8C22314-7ABA-46AF-98F6-EA626787D8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8E57EC52-CDFD-4DC8-8C7F-DA76CBC94D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2E44CDAD-CC81-4519-A934-3E75CB58F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D7234B76-B5E7-497F-8C9A-BEADE7D2A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D308AC98-72DE-4623-8351-5CDBA5F858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16BCA60F-A345-4A89-8E76-8F628DE249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B712711F-FF52-40E0-8B6D-7AB132EFBB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EBB99ABA-6734-4713-A9AA-6A0613DB3D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A8DBC39A-A841-4DAD-A5EE-BAD254A4FA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E88E8002-19BD-4C58-ACEF-D092676D50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637DEA0B-D0C3-4386-B016-9012088810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1E085198-3B84-4E70-8004-5B739F0D0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1F8854E4-646B-4843-9429-2E68B3AE9A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D75E4420-1C5B-4C29-9622-F3DA7E0BFB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69099746-E839-480D-A294-3851848558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35C60C66-6A6A-42B6-82CE-9F5BCAD5F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A85425DE-B5F8-4166-8F76-168A6E6F5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AF5E9558-8664-40E2-818A-C90536250A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620CC716-8E51-492E-95F3-7DF5778E85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87956267-D439-4A6C-8779-9864DDF69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E566625F-0177-4163-AAC6-DD5AA3525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01580694-1781-46F9-B2C4-76F4689BAD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1635D9A5-51BC-49A2-9AE2-4C8147FC5E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B6D58AC8-F8B3-4C3D-AE9F-26677AE638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3CA316E-6515-47CF-9F53-7A0EE31AFA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F8E79866-F842-47A5-8D8C-0185FD69D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A1939D2F-E660-4CFF-BF9C-2146DD9CC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3F048F16-4CC3-406C-93A3-3CEDF31C42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BA5658A8-AB7B-409C-A206-50CDD5818C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1A4F8AC2-9FA1-4E5B-ACB2-661CAABFEE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6438DDE6-AE18-4B2A-92CE-57D6032A1C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19B002FA-1035-4DE8-8097-3675A4FB2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699ADFD1-CBA1-4C59-A545-CA6EEAF2C4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85DDA6CB-B8BF-4E57-BF2E-5C880FAF87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6A8B2946-9D70-4DD4-B9B2-606E8F83A0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C319A466-F3AE-4F1F-BD2F-77D9F148B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6CF0A07-A757-404E-9880-5AF3D52DE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DD3C2686-5B08-4159-865F-1B0A72E7EB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5AAB7354-0524-4F71-83F0-35FAFA9EED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C93C7EEE-727B-4A0D-AA01-3B0893F866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7F98C909-0D3D-402C-86A1-9647DA57BA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29CF4616-0FC7-4D90-97D4-47F26C31B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A5151952-7057-44BC-B171-EC280CDD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0CC14CA9-836E-4131-9614-CC7AF80C7A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B9227461-A59A-437A-A371-0B3DD0510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4564435B-AE59-45CC-A733-1D61AB9A5F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24964014-4F54-4767-B2A1-1E68A49A2E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AB12DA42-BE2F-486C-A207-50F0B2A0D6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F35083CD-4EE4-48A6-BDE4-DCEB0CD087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2ACA69B4-304D-4E76-91E8-B824CC474C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05FBB8B7-7087-4F0C-8A80-BA19FA3C59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708B546A-B18E-4E08-B52F-1F1FB4515C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4D083028-5844-4BA9-91D6-6066256F8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46BDB7B8-D976-4509-BB67-E960BEB6E3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1F8D90CC-4AD0-49F4-B215-61FD0A2FE8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FA255F4C-2D85-48C3-A425-B1B090100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64D88F2F-ACB0-4172-BB9F-71ABC334D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6102F024-AF29-4883-BE6C-52EFD02071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809DB4B0-EDB8-4635-9A3D-B48E596585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BA4BB9B4-19AF-4964-8FDE-1C02C01F37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3466ACF5-678D-47AC-A8E1-250FBEA6E5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CF4BE354-56F1-4CC0-ABC3-CFA225559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1FF6AB4A-7E14-48F4-B58E-D3BCD7F55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26A8026-2DFD-4691-81ED-CF8C6C8101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DCBE85A3-D478-4EBF-A094-768EDE80E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9B03629E-D0C6-47D9-9E55-FB00BFBAD0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7ECA1C99-3F19-4C93-9683-CDDBE2840F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6E53F2EA-BC30-4BEC-BBA5-FF485FD8B6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4FE941FB-7EBE-489D-B1D8-06BC9E2F78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4FCECFFB-D979-4814-99CC-B8C0CCE047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5218BC88-1436-4861-9108-ED5C49172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7C43492A-8ADB-4CDA-976F-F9159DE140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448A8C4E-CD2B-4E83-895D-6B1071C5E9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315E315-11E8-4514-BE71-EEA42E2372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26C36A72-5D83-400B-9DC6-D6A4F7D365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DF388598-6DD8-4B12-8DBD-1F8933348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42ADD8C0-C6F0-46A9-8D78-B6026B55BD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B5CC1749-FD2F-40FD-AA5A-CAFE9C6E2F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38F5A197-D6C9-4BDB-A9DE-7FFE84B351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0B6C64F3-7126-4337-9067-15A64EF535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5A902BCF-C9BF-4566-AC1E-1E91502F2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9B1FBFF-C965-462A-9B34-D01689CAFE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C13CFECF-7502-40A2-92A6-3DBC74DF93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01280C84-683C-4088-8E3C-8A98A6749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3747508C-3AE5-4D8D-A086-A46FDBEDEE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EEC02501-119D-4C07-AB8C-A131B125B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8F899201-EDD3-4F1A-89A6-345290E70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225488C2-1481-42C0-AE4D-4052F7EFF7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84F224FC-B0FB-4A2E-A9BD-0F7CFB241D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D04F68AF-F37B-4407-8471-E549ADCFA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6030291B-8F7B-4D02-A35F-561C0DAA8A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3E961417-D5BB-4D51-8FD8-340228425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133EAFF3-FE9C-4606-89F9-19982C0FE9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01882DC7-070C-47B0-B378-FA112A6CA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BDF1B4B0-0A75-4538-A610-7272090817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6E4AD28E-F206-45E2-9B00-A2E68FFB4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735023C8-4EFD-461A-8FFD-C78035856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7FFEB6B5-C11C-4B5F-BCC4-C86C5659E6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2441597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1000"/>
                                        <p:tgtEl>
                                          <p:spTgt spid="6">
                                            <p:txEl>
                                              <p:pRg st="1" end="1"/>
                                            </p:txEl>
                                          </p:spTgt>
                                        </p:tgtEl>
                                      </p:cBhvr>
                                    </p:animEffect>
                                    <p:anim calcmode="lin" valueType="num">
                                      <p:cBhvr>
                                        <p:cTn id="1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5" name="Graphic 185">
            <a:extLst>
              <a:ext uri="{FF2B5EF4-FFF2-40B4-BE49-F238E27FC236}">
                <a16:creationId xmlns:a16="http://schemas.microsoft.com/office/drawing/2014/main" id="{8997F1B7-1EE7-4EA5-A5A4-866F9A810C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9576" y="5987064"/>
            <a:ext cx="1054466" cy="469689"/>
            <a:chOff x="9841624" y="4115729"/>
            <a:chExt cx="602169" cy="268223"/>
          </a:xfrm>
          <a:solidFill>
            <a:schemeClr val="tx1"/>
          </a:solidFill>
        </p:grpSpPr>
        <p:sp>
          <p:nvSpPr>
            <p:cNvPr id="106" name="Freeform: Shape 105">
              <a:extLst>
                <a:ext uri="{FF2B5EF4-FFF2-40B4-BE49-F238E27FC236}">
                  <a16:creationId xmlns:a16="http://schemas.microsoft.com/office/drawing/2014/main" id="{B5E13483-2FB6-4753-8402-06FDC3498E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88F0DF22-F640-4002-B783-DF1C6A9473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C2787B8-7984-4332-B611-D3D3DE898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5AF3646C-B3D7-4F57-8FD2-CD93CEB392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C65FA7DA-93A0-43A4-834C-0F1BB9806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112" name="Oval 111">
            <a:extLst>
              <a:ext uri="{FF2B5EF4-FFF2-40B4-BE49-F238E27FC236}">
                <a16:creationId xmlns:a16="http://schemas.microsoft.com/office/drawing/2014/main" id="{104332FF-8349-42A5-B5C8-5EE3825CE2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useBgFill="1">
        <p:nvSpPr>
          <p:cNvPr id="114" name="Rectangle 113">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12D9B97-66D5-E55D-01BE-DCB5A4E754E5}"/>
              </a:ext>
            </a:extLst>
          </p:cNvPr>
          <p:cNvSpPr>
            <a:spLocks noGrp="1"/>
          </p:cNvSpPr>
          <p:nvPr>
            <p:ph type="title"/>
          </p:nvPr>
        </p:nvSpPr>
        <p:spPr>
          <a:xfrm>
            <a:off x="5956784" y="396117"/>
            <a:ext cx="5217172" cy="1158857"/>
          </a:xfrm>
        </p:spPr>
        <p:txBody>
          <a:bodyPr vert="horz" lIns="91440" tIns="45720" rIns="91440" bIns="45720" rtlCol="0" anchor="b">
            <a:normAutofit fontScale="90000"/>
          </a:bodyPr>
          <a:lstStyle/>
          <a:p>
            <a:r>
              <a:rPr lang="en-US" dirty="0"/>
              <a:t>Step 3: Acceptable Use</a:t>
            </a:r>
            <a:br>
              <a:rPr lang="en-US" dirty="0"/>
            </a:br>
            <a:r>
              <a:rPr lang="en-US" sz="2200" i="1" dirty="0">
                <a:highlight>
                  <a:srgbClr val="FF0000"/>
                </a:highlight>
              </a:rPr>
              <a:t>Only You Can Prevent Breaches</a:t>
            </a:r>
          </a:p>
        </p:txBody>
      </p:sp>
      <p:grpSp>
        <p:nvGrpSpPr>
          <p:cNvPr id="116" name="Graphic 38">
            <a:extLst>
              <a:ext uri="{FF2B5EF4-FFF2-40B4-BE49-F238E27FC236}">
                <a16:creationId xmlns:a16="http://schemas.microsoft.com/office/drawing/2014/main" id="{9742E72B-7FDB-4BC3-84CE-9A86756476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6583" y="975545"/>
            <a:ext cx="1910252" cy="709660"/>
            <a:chOff x="2267504" y="2540250"/>
            <a:chExt cx="1990951" cy="739640"/>
          </a:xfrm>
          <a:solidFill>
            <a:schemeClr val="tx1"/>
          </a:solidFill>
        </p:grpSpPr>
        <p:sp>
          <p:nvSpPr>
            <p:cNvPr id="117" name="Freeform: Shape 116">
              <a:extLst>
                <a:ext uri="{FF2B5EF4-FFF2-40B4-BE49-F238E27FC236}">
                  <a16:creationId xmlns:a16="http://schemas.microsoft.com/office/drawing/2014/main" id="{9E41CB4E-1ACC-413B-9806-FF276C0F01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29B54E44-06C0-461C-A803-0F535321AD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20" name="Oval 119">
            <a:extLst>
              <a:ext uri="{FF2B5EF4-FFF2-40B4-BE49-F238E27FC236}">
                <a16:creationId xmlns:a16="http://schemas.microsoft.com/office/drawing/2014/main" id="{09645E15-CD1B-4EAA-B2F2-D41E53CA4E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59"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2" name="Oval 121">
            <a:extLst>
              <a:ext uri="{FF2B5EF4-FFF2-40B4-BE49-F238E27FC236}">
                <a16:creationId xmlns:a16="http://schemas.microsoft.com/office/drawing/2014/main" id="{0C571069-A359-469A-98CD-9458DBAA0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59" y="4752208"/>
            <a:ext cx="365021" cy="36502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5" name="Picture 4" descr="A bear holding a shovel and pointing&#10;&#10;Description automatically generated">
            <a:extLst>
              <a:ext uri="{FF2B5EF4-FFF2-40B4-BE49-F238E27FC236}">
                <a16:creationId xmlns:a16="http://schemas.microsoft.com/office/drawing/2014/main" id="{DC74CB8C-1079-9488-AA07-1DFD710F84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5683" y="1820334"/>
            <a:ext cx="2276263" cy="3217333"/>
          </a:xfrm>
          <a:prstGeom prst="rect">
            <a:avLst/>
          </a:prstGeom>
        </p:spPr>
      </p:pic>
      <p:grpSp>
        <p:nvGrpSpPr>
          <p:cNvPr id="124" name="Graphic 4">
            <a:extLst>
              <a:ext uri="{FF2B5EF4-FFF2-40B4-BE49-F238E27FC236}">
                <a16:creationId xmlns:a16="http://schemas.microsoft.com/office/drawing/2014/main" id="{A61BDD87-32CE-4DE2-AAE1-62C2F47938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4903343"/>
            <a:ext cx="975169" cy="975171"/>
            <a:chOff x="5829300" y="3162300"/>
            <a:chExt cx="532256" cy="532257"/>
          </a:xfrm>
          <a:solidFill>
            <a:schemeClr val="tx1"/>
          </a:solidFill>
        </p:grpSpPr>
        <p:sp>
          <p:nvSpPr>
            <p:cNvPr id="125" name="Freeform: Shape 124">
              <a:extLst>
                <a:ext uri="{FF2B5EF4-FFF2-40B4-BE49-F238E27FC236}">
                  <a16:creationId xmlns:a16="http://schemas.microsoft.com/office/drawing/2014/main" id="{EF0F3645-6645-44FD-A4C7-06D41C0991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65458736-D4A2-40D4-9420-C40AEB2AB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768FA6A4-209B-443A-9CF2-FFDC90EC3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EEB0A6C9-E0F4-403E-8FB7-5FF4F1F646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6DA5950E-75DA-4E34-99EB-8982548700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6F609E6F-709D-42D6-8E54-91E37E2B1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0C4707FB-9E68-4EBA-A4E0-4516F15061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A799771A-5CA8-4CCE-B4F5-FE8C20379A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461D636C-9A38-466B-BD92-39795F493B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399F3BD6-49A2-4D64-A3C0-8EFCEF9D9D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4ABC753B-C028-4FCD-9D53-2BDBB2644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DA8F316F-3B46-4F37-AB8C-E69368303B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2636F8A8-BD35-4E0B-901B-1589A0534D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sp>
        <p:nvSpPr>
          <p:cNvPr id="6" name="Content Placeholder 5">
            <a:extLst>
              <a:ext uri="{FF2B5EF4-FFF2-40B4-BE49-F238E27FC236}">
                <a16:creationId xmlns:a16="http://schemas.microsoft.com/office/drawing/2014/main" id="{EF147318-F94B-F3C2-B7C4-3DAD2D87D4FC}"/>
              </a:ext>
            </a:extLst>
          </p:cNvPr>
          <p:cNvSpPr>
            <a:spLocks noGrp="1"/>
          </p:cNvSpPr>
          <p:nvPr>
            <p:ph sz="half" idx="2"/>
          </p:nvPr>
        </p:nvSpPr>
        <p:spPr>
          <a:xfrm>
            <a:off x="5956783" y="1747592"/>
            <a:ext cx="5217173" cy="4351338"/>
          </a:xfrm>
        </p:spPr>
        <p:txBody>
          <a:bodyPr vert="horz" lIns="91440" tIns="45720" rIns="91440" bIns="45720" rtlCol="0">
            <a:normAutofit/>
          </a:bodyPr>
          <a:lstStyle/>
          <a:p>
            <a:r>
              <a:rPr lang="en-US" sz="2400" b="1" dirty="0"/>
              <a:t>Proactive Reporting</a:t>
            </a:r>
            <a:r>
              <a:rPr lang="en-US" sz="2400" dirty="0"/>
              <a:t>: Spot a compliance issue? Act immediately. Your prompt response keeps us ahead of risks.</a:t>
            </a:r>
          </a:p>
          <a:p>
            <a:r>
              <a:rPr lang="en-US" sz="2400" b="1" dirty="0"/>
              <a:t>Fair Consequences</a:t>
            </a:r>
            <a:r>
              <a:rPr lang="en-US" sz="2400" dirty="0"/>
              <a:t>: Non-compliance has consequences, scaled to match the breach. It's about maintaining our ethical backbone.</a:t>
            </a:r>
          </a:p>
          <a:p>
            <a:r>
              <a:rPr lang="en-US" sz="2400" b="1" dirty="0"/>
              <a:t>Policy Evolution</a:t>
            </a:r>
            <a:r>
              <a:rPr lang="en-US" sz="2400" dirty="0"/>
              <a:t>: Compliance policies evolve, just like threats. Stay engaged with your supervisors to be in the know.</a:t>
            </a:r>
          </a:p>
        </p:txBody>
      </p:sp>
    </p:spTree>
    <p:extLst>
      <p:ext uri="{BB962C8B-B14F-4D97-AF65-F5344CB8AC3E}">
        <p14:creationId xmlns:p14="http://schemas.microsoft.com/office/powerpoint/2010/main" val="1912738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wipe(down)">
                                      <p:cBhvr>
                                        <p:cTn id="10" dur="500"/>
                                        <p:tgtEl>
                                          <p:spTgt spid="6">
                                            <p:txEl>
                                              <p:pRg st="0" end="0"/>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wipe(down)">
                                      <p:cBhvr>
                                        <p:cTn id="13" dur="500"/>
                                        <p:tgtEl>
                                          <p:spTgt spid="6">
                                            <p:txEl>
                                              <p:pRg st="1" end="1"/>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
                                            <p:txEl>
                                              <p:pRg st="2" end="2"/>
                                            </p:txEl>
                                          </p:spTgt>
                                        </p:tgtEl>
                                        <p:attrNameLst>
                                          <p:attrName>style.visibility</p:attrName>
                                        </p:attrNameLst>
                                      </p:cBhvr>
                                      <p:to>
                                        <p:strVal val="visible"/>
                                      </p:to>
                                    </p:set>
                                    <p:animEffect transition="in" filter="wipe(down)">
                                      <p:cBhvr>
                                        <p:cTn id="16"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55" name="Graphic 185">
            <a:extLst>
              <a:ext uri="{FF2B5EF4-FFF2-40B4-BE49-F238E27FC236}">
                <a16:creationId xmlns:a16="http://schemas.microsoft.com/office/drawing/2014/main" id="{8997F1B7-1EE7-4EA5-A5A4-866F9A810C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9576" y="5987064"/>
            <a:ext cx="1054466" cy="469689"/>
            <a:chOff x="9841624" y="4115729"/>
            <a:chExt cx="602169" cy="268223"/>
          </a:xfrm>
          <a:solidFill>
            <a:schemeClr val="tx1"/>
          </a:solidFill>
        </p:grpSpPr>
        <p:sp>
          <p:nvSpPr>
            <p:cNvPr id="2056" name="Freeform: Shape 2055">
              <a:extLst>
                <a:ext uri="{FF2B5EF4-FFF2-40B4-BE49-F238E27FC236}">
                  <a16:creationId xmlns:a16="http://schemas.microsoft.com/office/drawing/2014/main" id="{B5E13483-2FB6-4753-8402-06FDC3498E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057" name="Freeform: Shape 2056">
              <a:extLst>
                <a:ext uri="{FF2B5EF4-FFF2-40B4-BE49-F238E27FC236}">
                  <a16:creationId xmlns:a16="http://schemas.microsoft.com/office/drawing/2014/main" id="{88F0DF22-F640-4002-B783-DF1C6A9473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058" name="Freeform: Shape 2057">
              <a:extLst>
                <a:ext uri="{FF2B5EF4-FFF2-40B4-BE49-F238E27FC236}">
                  <a16:creationId xmlns:a16="http://schemas.microsoft.com/office/drawing/2014/main" id="{9C2787B8-7984-4332-B611-D3D3DE898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059" name="Freeform: Shape 2058">
              <a:extLst>
                <a:ext uri="{FF2B5EF4-FFF2-40B4-BE49-F238E27FC236}">
                  <a16:creationId xmlns:a16="http://schemas.microsoft.com/office/drawing/2014/main" id="{5AF3646C-B3D7-4F57-8FD2-CD93CEB392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060" name="Freeform: Shape 2059">
              <a:extLst>
                <a:ext uri="{FF2B5EF4-FFF2-40B4-BE49-F238E27FC236}">
                  <a16:creationId xmlns:a16="http://schemas.microsoft.com/office/drawing/2014/main" id="{C65FA7DA-93A0-43A4-834C-0F1BB9806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062" name="Oval 2061">
            <a:extLst>
              <a:ext uri="{FF2B5EF4-FFF2-40B4-BE49-F238E27FC236}">
                <a16:creationId xmlns:a16="http://schemas.microsoft.com/office/drawing/2014/main" id="{104332FF-8349-42A5-B5C8-5EE3825CE2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useBgFill="1">
        <p:nvSpPr>
          <p:cNvPr id="2064" name="Rectangle 2063">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6" name="Freeform: Shape 2065">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 name="Title 1">
            <a:extLst>
              <a:ext uri="{FF2B5EF4-FFF2-40B4-BE49-F238E27FC236}">
                <a16:creationId xmlns:a16="http://schemas.microsoft.com/office/drawing/2014/main" id="{F9A7DD4B-195C-C2F8-2369-E66FAA2E6CF3}"/>
              </a:ext>
            </a:extLst>
          </p:cNvPr>
          <p:cNvSpPr>
            <a:spLocks noGrp="1"/>
          </p:cNvSpPr>
          <p:nvPr>
            <p:ph type="title"/>
          </p:nvPr>
        </p:nvSpPr>
        <p:spPr>
          <a:xfrm>
            <a:off x="2232252" y="633046"/>
            <a:ext cx="4463623" cy="1314996"/>
          </a:xfrm>
        </p:spPr>
        <p:txBody>
          <a:bodyPr vert="horz" lIns="91440" tIns="45720" rIns="91440" bIns="45720" rtlCol="0" anchor="b">
            <a:normAutofit fontScale="90000"/>
          </a:bodyPr>
          <a:lstStyle/>
          <a:p>
            <a:r>
              <a:rPr lang="en-US" dirty="0"/>
              <a:t>Step 4/5: Mobile Device &amp; Access</a:t>
            </a:r>
            <a:br>
              <a:rPr lang="en-US" dirty="0"/>
            </a:br>
            <a:r>
              <a:rPr lang="en-US" sz="2200" b="1" i="1" dirty="0">
                <a:highlight>
                  <a:srgbClr val="FF0000"/>
                </a:highlight>
              </a:rPr>
              <a:t>We’re Always Watching</a:t>
            </a:r>
          </a:p>
        </p:txBody>
      </p:sp>
      <p:sp>
        <p:nvSpPr>
          <p:cNvPr id="2068" name="Freeform: Shape 2067">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2070" name="Freeform: Shape 2069">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6" name="Content Placeholder 5">
            <a:extLst>
              <a:ext uri="{FF2B5EF4-FFF2-40B4-BE49-F238E27FC236}">
                <a16:creationId xmlns:a16="http://schemas.microsoft.com/office/drawing/2014/main" id="{AD55C8F3-180F-B3CF-44C8-09E13B2BC6EC}"/>
              </a:ext>
            </a:extLst>
          </p:cNvPr>
          <p:cNvSpPr>
            <a:spLocks noGrp="1"/>
          </p:cNvSpPr>
          <p:nvPr>
            <p:ph sz="half" idx="2"/>
          </p:nvPr>
        </p:nvSpPr>
        <p:spPr>
          <a:xfrm>
            <a:off x="2232252" y="2125737"/>
            <a:ext cx="4463623" cy="4044463"/>
          </a:xfrm>
        </p:spPr>
        <p:txBody>
          <a:bodyPr vert="horz" lIns="91440" tIns="45720" rIns="91440" bIns="45720" rtlCol="0">
            <a:normAutofit/>
          </a:bodyPr>
          <a:lstStyle/>
          <a:p>
            <a:r>
              <a:rPr lang="en-US" sz="2000" b="1" dirty="0"/>
              <a:t>Authorized Access</a:t>
            </a:r>
            <a:r>
              <a:rPr lang="en-US" sz="2000" dirty="0"/>
              <a:t>: Connect only with IT-sanctioned devices. Your adherence ensures network integrity </a:t>
            </a:r>
            <a:r>
              <a:rPr lang="en-US" sz="2000" b="1" i="1" dirty="0">
                <a:highlight>
                  <a:srgbClr val="FF0000"/>
                </a:highlight>
              </a:rPr>
              <a:t>(Say No to BYOD!)</a:t>
            </a:r>
            <a:r>
              <a:rPr lang="en-US" sz="2000" b="1" i="1" dirty="0"/>
              <a:t>.</a:t>
            </a:r>
          </a:p>
          <a:p>
            <a:r>
              <a:rPr lang="en-US" sz="2000" b="1" dirty="0"/>
              <a:t>Secure Remote Work</a:t>
            </a:r>
            <a:r>
              <a:rPr lang="en-US" sz="2000" dirty="0"/>
              <a:t>: Remote work means vigilant security. WAP2 and VPNs aren't just IT jargon; they're your shields against incursion.</a:t>
            </a:r>
          </a:p>
          <a:p>
            <a:r>
              <a:rPr lang="en-US" sz="2000" b="1" dirty="0"/>
              <a:t>IoT Governance</a:t>
            </a:r>
            <a:r>
              <a:rPr lang="en-US" sz="2000" dirty="0"/>
              <a:t>: New IoT devices? Register them. It's like giving them a security badge for our digital premises.</a:t>
            </a:r>
          </a:p>
        </p:txBody>
      </p:sp>
      <p:sp>
        <p:nvSpPr>
          <p:cNvPr id="2072" name="Freeform: Shape 2071">
            <a:extLst>
              <a:ext uri="{FF2B5EF4-FFF2-40B4-BE49-F238E27FC236}">
                <a16:creationId xmlns:a16="http://schemas.microsoft.com/office/drawing/2014/main" id="{83C8019B-3985-409B-9B87-494B974EE9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074" name="Freeform: Shape 2073">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076" name="Freeform: Shape 2075">
            <a:extLst>
              <a:ext uri="{FF2B5EF4-FFF2-40B4-BE49-F238E27FC236}">
                <a16:creationId xmlns:a16="http://schemas.microsoft.com/office/drawing/2014/main" id="{B85A4DB3-61AA-49A1-85A9-B3397CD51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2050" name="Picture 2" descr="Hall Monitor · GitHub">
            <a:extLst>
              <a:ext uri="{FF2B5EF4-FFF2-40B4-BE49-F238E27FC236}">
                <a16:creationId xmlns:a16="http://schemas.microsoft.com/office/drawing/2014/main" id="{4F4F1E67-C41E-C36D-AB29-8A090B4ED0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 b="1"/>
          <a:stretch/>
        </p:blipFill>
        <p:spPr bwMode="auto">
          <a:xfrm>
            <a:off x="7020480" y="871280"/>
            <a:ext cx="4415738" cy="4415738"/>
          </a:xfrm>
          <a:custGeom>
            <a:avLst/>
            <a:gdLst/>
            <a:ahLst/>
            <a:cxnLst/>
            <a:rect l="l" t="t" r="r" b="b"/>
            <a:pathLst>
              <a:path w="2452978" h="2452978">
                <a:moveTo>
                  <a:pt x="1226489" y="0"/>
                </a:moveTo>
                <a:cubicBezTo>
                  <a:pt x="1903860" y="0"/>
                  <a:pt x="2452978" y="549118"/>
                  <a:pt x="2452978" y="1226489"/>
                </a:cubicBezTo>
                <a:cubicBezTo>
                  <a:pt x="2452978" y="1903860"/>
                  <a:pt x="1903860" y="2452978"/>
                  <a:pt x="1226489" y="2452978"/>
                </a:cubicBezTo>
                <a:cubicBezTo>
                  <a:pt x="549118" y="2452978"/>
                  <a:pt x="0" y="1903860"/>
                  <a:pt x="0" y="1226489"/>
                </a:cubicBezTo>
                <a:cubicBezTo>
                  <a:pt x="0" y="549118"/>
                  <a:pt x="549118" y="0"/>
                  <a:pt x="1226489" y="0"/>
                </a:cubicBezTo>
                <a:close/>
              </a:path>
            </a:pathLst>
          </a:custGeom>
          <a:noFill/>
          <a:extLst>
            <a:ext uri="{909E8E84-426E-40DD-AFC4-6F175D3DCCD1}">
              <a14:hiddenFill xmlns:a14="http://schemas.microsoft.com/office/drawing/2010/main">
                <a:solidFill>
                  <a:srgbClr val="FFFFFF"/>
                </a:solidFill>
              </a14:hiddenFill>
            </a:ext>
          </a:extLst>
        </p:spPr>
      </p:pic>
      <p:grpSp>
        <p:nvGrpSpPr>
          <p:cNvPr id="2078"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2079" name="Freeform: Shape 2078">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080" name="Freeform: Shape 2079">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081" name="Freeform: Shape 2080">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082" name="Freeform: Shape 2081">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083" name="Freeform: Shape 2082">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776246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wheel(1)">
                                      <p:cBhvr>
                                        <p:cTn id="10" dur="2000"/>
                                        <p:tgtEl>
                                          <p:spTgt spid="6">
                                            <p:txEl>
                                              <p:pRg st="0" end="0"/>
                                            </p:txEl>
                                          </p:spTgt>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wheel(1)">
                                      <p:cBhvr>
                                        <p:cTn id="13" dur="2000"/>
                                        <p:tgtEl>
                                          <p:spTgt spid="6">
                                            <p:txEl>
                                              <p:pRg st="1" end="1"/>
                                            </p:txEl>
                                          </p:spTgt>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6">
                                            <p:txEl>
                                              <p:pRg st="2" end="2"/>
                                            </p:txEl>
                                          </p:spTgt>
                                        </p:tgtEl>
                                        <p:attrNameLst>
                                          <p:attrName>style.visibility</p:attrName>
                                        </p:attrNameLst>
                                      </p:cBhvr>
                                      <p:to>
                                        <p:strVal val="visible"/>
                                      </p:to>
                                    </p:set>
                                    <p:animEffect transition="in" filter="wheel(1)">
                                      <p:cBhvr>
                                        <p:cTn id="16" dur="2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4" name="Graphic 185">
            <a:extLst>
              <a:ext uri="{FF2B5EF4-FFF2-40B4-BE49-F238E27FC236}">
                <a16:creationId xmlns:a16="http://schemas.microsoft.com/office/drawing/2014/main" id="{8997F1B7-1EE7-4EA5-A5A4-866F9A810C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9576" y="5987064"/>
            <a:ext cx="1054466" cy="469689"/>
            <a:chOff x="9841624" y="4115729"/>
            <a:chExt cx="602169" cy="268223"/>
          </a:xfrm>
          <a:solidFill>
            <a:schemeClr val="tx1"/>
          </a:solidFill>
        </p:grpSpPr>
        <p:sp>
          <p:nvSpPr>
            <p:cNvPr id="95" name="Freeform: Shape 94">
              <a:extLst>
                <a:ext uri="{FF2B5EF4-FFF2-40B4-BE49-F238E27FC236}">
                  <a16:creationId xmlns:a16="http://schemas.microsoft.com/office/drawing/2014/main" id="{B5E13483-2FB6-4753-8402-06FDC3498E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88F0DF22-F640-4002-B783-DF1C6A9473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9C2787B8-7984-4332-B611-D3D3DE898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5AF3646C-B3D7-4F57-8FD2-CD93CEB392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C65FA7DA-93A0-43A4-834C-0F1BB9806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101" name="Oval 100">
            <a:extLst>
              <a:ext uri="{FF2B5EF4-FFF2-40B4-BE49-F238E27FC236}">
                <a16:creationId xmlns:a16="http://schemas.microsoft.com/office/drawing/2014/main" id="{104332FF-8349-42A5-B5C8-5EE3825CE2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useBgFill="1">
        <p:nvSpPr>
          <p:cNvPr id="103" name="Rectangle 102">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Freeform: Shape 104">
            <a:extLst>
              <a:ext uri="{FF2B5EF4-FFF2-40B4-BE49-F238E27FC236}">
                <a16:creationId xmlns:a16="http://schemas.microsoft.com/office/drawing/2014/main" id="{3C1D1FA3-6212-4B97-9B1E-C7F81247C2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07" name="Freeform: Shape 106">
            <a:extLst>
              <a:ext uri="{FF2B5EF4-FFF2-40B4-BE49-F238E27FC236}">
                <a16:creationId xmlns:a16="http://schemas.microsoft.com/office/drawing/2014/main" id="{11C51958-04D4-4687-95A2-95DCDCF47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09" name="Freeform: Shape 108">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111" name="Freeform: Shape 110">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452C6306-5E52-62A3-C0CA-65E394CE960A}"/>
              </a:ext>
            </a:extLst>
          </p:cNvPr>
          <p:cNvSpPr>
            <a:spLocks noGrp="1"/>
          </p:cNvSpPr>
          <p:nvPr>
            <p:ph type="title"/>
          </p:nvPr>
        </p:nvSpPr>
        <p:spPr>
          <a:xfrm>
            <a:off x="2232252" y="655365"/>
            <a:ext cx="5300231" cy="1473793"/>
          </a:xfrm>
        </p:spPr>
        <p:txBody>
          <a:bodyPr vert="horz" lIns="91440" tIns="45720" rIns="91440" bIns="45720" rtlCol="0" anchor="b">
            <a:normAutofit/>
          </a:bodyPr>
          <a:lstStyle/>
          <a:p>
            <a:r>
              <a:rPr lang="en-US" dirty="0"/>
              <a:t>A Cult of Personality</a:t>
            </a:r>
            <a:br>
              <a:rPr lang="en-US" sz="2800" dirty="0"/>
            </a:br>
            <a:r>
              <a:rPr lang="en-US" sz="2000" dirty="0"/>
              <a:t>Believing in a Cyber Secure Culture</a:t>
            </a:r>
            <a:br>
              <a:rPr lang="en-US" sz="2000" dirty="0"/>
            </a:br>
            <a:r>
              <a:rPr lang="en-US" sz="2400" b="1" i="1" dirty="0">
                <a:highlight>
                  <a:srgbClr val="FF0000"/>
                </a:highlight>
              </a:rPr>
              <a:t>BE THE FIREWALL</a:t>
            </a:r>
          </a:p>
        </p:txBody>
      </p:sp>
      <p:pic>
        <p:nvPicPr>
          <p:cNvPr id="7" name="Picture 6">
            <a:extLst>
              <a:ext uri="{FF2B5EF4-FFF2-40B4-BE49-F238E27FC236}">
                <a16:creationId xmlns:a16="http://schemas.microsoft.com/office/drawing/2014/main" id="{27C22D96-2896-001D-1023-A21DF9B08489}"/>
              </a:ext>
            </a:extLst>
          </p:cNvPr>
          <p:cNvPicPr>
            <a:picLocks noChangeAspect="1"/>
          </p:cNvPicPr>
          <p:nvPr/>
        </p:nvPicPr>
        <p:blipFill>
          <a:blip r:embed="rId3"/>
          <a:stretch>
            <a:fillRect/>
          </a:stretch>
        </p:blipFill>
        <p:spPr>
          <a:xfrm>
            <a:off x="8603564" y="1180947"/>
            <a:ext cx="3034246" cy="4072815"/>
          </a:xfrm>
          <a:prstGeom prst="rect">
            <a:avLst/>
          </a:prstGeom>
        </p:spPr>
      </p:pic>
      <p:grpSp>
        <p:nvGrpSpPr>
          <p:cNvPr id="113"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114" name="Freeform: Shape 113">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graphicFrame>
        <p:nvGraphicFramePr>
          <p:cNvPr id="10" name="Content Placeholder 2">
            <a:extLst>
              <a:ext uri="{FF2B5EF4-FFF2-40B4-BE49-F238E27FC236}">
                <a16:creationId xmlns:a16="http://schemas.microsoft.com/office/drawing/2014/main" id="{D926FDB6-C6DB-15C8-8C81-4847D0AA9D0D}"/>
              </a:ext>
            </a:extLst>
          </p:cNvPr>
          <p:cNvGraphicFramePr>
            <a:graphicFrameLocks noGrp="1"/>
          </p:cNvGraphicFramePr>
          <p:nvPr>
            <p:ph sz="half" idx="1"/>
            <p:extLst>
              <p:ext uri="{D42A27DB-BD31-4B8C-83A1-F6EECF244321}">
                <p14:modId xmlns:p14="http://schemas.microsoft.com/office/powerpoint/2010/main" val="3481391158"/>
              </p:ext>
            </p:extLst>
          </p:nvPr>
        </p:nvGraphicFramePr>
        <p:xfrm>
          <a:off x="487559" y="2028305"/>
          <a:ext cx="7745608" cy="414531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52044475"/>
      </p:ext>
    </p:extLst>
  </p:cSld>
  <p:clrMapOvr>
    <a:masterClrMapping/>
  </p:clrMapOvr>
</p:sld>
</file>

<file path=ppt/theme/theme1.xml><?xml version="1.0" encoding="utf-8"?>
<a:theme xmlns:a="http://schemas.openxmlformats.org/drawingml/2006/main" name="FunkyShapesDarkVTI">
  <a:themeElements>
    <a:clrScheme name="Custom 4">
      <a:dk1>
        <a:srgbClr val="FFFFFF"/>
      </a:dk1>
      <a:lt1>
        <a:srgbClr val="000000"/>
      </a:lt1>
      <a:dk2>
        <a:srgbClr val="F3FFF8"/>
      </a:dk2>
      <a:lt2>
        <a:srgbClr val="2D2D2D"/>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Source Sans Pro">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nkyShapesDarkVTI" id="{84637DF0-7D2D-4F20-816C-4D6C45F3FAF2}" vid="{0EF594EE-C33F-480F-80E7-D4F74C1C30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406</TotalTime>
  <Words>2134</Words>
  <Application>Microsoft Macintosh PowerPoint</Application>
  <PresentationFormat>Widescreen</PresentationFormat>
  <Paragraphs>88</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Calibri</vt:lpstr>
      <vt:lpstr>Söhne</vt:lpstr>
      <vt:lpstr>Source Sans Pro</vt:lpstr>
      <vt:lpstr>FunkyShapesDarkVTI</vt:lpstr>
      <vt:lpstr>Fortifying Our Shield:</vt:lpstr>
      <vt:lpstr>Why Security Matters Securing Our Patients </vt:lpstr>
      <vt:lpstr>Security for the Sake of Innovation BE THE FIREWALL</vt:lpstr>
      <vt:lpstr>Step 1: Our ISP</vt:lpstr>
      <vt:lpstr>Step 2: Risk Management</vt:lpstr>
      <vt:lpstr>Step 3: Acceptable Use Only You Can Prevent Breaches</vt:lpstr>
      <vt:lpstr>Step 4/5: Mobile Device &amp; Access We’re Always Watching</vt:lpstr>
      <vt:lpstr>A Cult of Personality Believing in a Cyber Secure Culture BE THE FIREWALL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John Williams</cp:lastModifiedBy>
  <cp:revision>5</cp:revision>
  <dcterms:created xsi:type="dcterms:W3CDTF">2024-02-17T22:14:52Z</dcterms:created>
  <dcterms:modified xsi:type="dcterms:W3CDTF">2024-02-19T20:16:17Z</dcterms:modified>
</cp:coreProperties>
</file>